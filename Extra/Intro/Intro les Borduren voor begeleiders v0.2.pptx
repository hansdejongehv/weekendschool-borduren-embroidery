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6" r:id="rId9"/>
    <p:sldId id="263" r:id="rId10"/>
    <p:sldId id="269" r:id="rId11"/>
    <p:sldId id="267" r:id="rId12"/>
    <p:sldId id="264" r:id="rId13"/>
    <p:sldId id="270" r:id="rId14"/>
    <p:sldId id="265" r:id="rId15"/>
    <p:sldId id="268" r:id="rId16"/>
    <p:sldId id="271" r:id="rId17"/>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9" d="100"/>
          <a:sy n="119" d="100"/>
        </p:scale>
        <p:origin x="15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50006-5D19-993C-E201-1A7051BC468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l-NL"/>
          </a:p>
        </p:txBody>
      </p:sp>
      <p:sp>
        <p:nvSpPr>
          <p:cNvPr id="3" name="Subtitle 2">
            <a:extLst>
              <a:ext uri="{FF2B5EF4-FFF2-40B4-BE49-F238E27FC236}">
                <a16:creationId xmlns:a16="http://schemas.microsoft.com/office/drawing/2014/main" id="{75503725-2E13-DBAD-F29B-D8C70A14491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a:p>
        </p:txBody>
      </p:sp>
      <p:sp>
        <p:nvSpPr>
          <p:cNvPr id="4" name="Date Placeholder 3">
            <a:extLst>
              <a:ext uri="{FF2B5EF4-FFF2-40B4-BE49-F238E27FC236}">
                <a16:creationId xmlns:a16="http://schemas.microsoft.com/office/drawing/2014/main" id="{7B5AFCAF-2B04-3BE4-B769-4C7DA0D071A5}"/>
              </a:ext>
            </a:extLst>
          </p:cNvPr>
          <p:cNvSpPr>
            <a:spLocks noGrp="1"/>
          </p:cNvSpPr>
          <p:nvPr>
            <p:ph type="dt" sz="half" idx="10"/>
          </p:nvPr>
        </p:nvSpPr>
        <p:spPr/>
        <p:txBody>
          <a:bodyPr/>
          <a:lstStyle/>
          <a:p>
            <a:fld id="{2F211E9D-15E9-420F-B1BF-D57497E4A12A}" type="datetimeFigureOut">
              <a:rPr lang="nl-NL" smtClean="0"/>
              <a:t>30-11-2025</a:t>
            </a:fld>
            <a:endParaRPr lang="nl-NL"/>
          </a:p>
        </p:txBody>
      </p:sp>
      <p:sp>
        <p:nvSpPr>
          <p:cNvPr id="5" name="Footer Placeholder 4">
            <a:extLst>
              <a:ext uri="{FF2B5EF4-FFF2-40B4-BE49-F238E27FC236}">
                <a16:creationId xmlns:a16="http://schemas.microsoft.com/office/drawing/2014/main" id="{BD5E8A87-F7E4-684F-DBDB-B237DFB31C63}"/>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A2EB48D6-69EB-7832-32EF-1578E61F3F3C}"/>
              </a:ext>
            </a:extLst>
          </p:cNvPr>
          <p:cNvSpPr>
            <a:spLocks noGrp="1"/>
          </p:cNvSpPr>
          <p:nvPr>
            <p:ph type="sldNum" sz="quarter" idx="12"/>
          </p:nvPr>
        </p:nvSpPr>
        <p:spPr/>
        <p:txBody>
          <a:bodyPr/>
          <a:lstStyle/>
          <a:p>
            <a:fld id="{C38730EF-9F9C-4FD2-B091-6C866E5EC4F1}" type="slidenum">
              <a:rPr lang="nl-NL" smtClean="0"/>
              <a:t>‹#›</a:t>
            </a:fld>
            <a:endParaRPr lang="nl-NL"/>
          </a:p>
        </p:txBody>
      </p:sp>
    </p:spTree>
    <p:extLst>
      <p:ext uri="{BB962C8B-B14F-4D97-AF65-F5344CB8AC3E}">
        <p14:creationId xmlns:p14="http://schemas.microsoft.com/office/powerpoint/2010/main" val="36091154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C3CBE-E78F-8BF1-002F-DD1EAADAFBDC}"/>
              </a:ext>
            </a:extLst>
          </p:cNvPr>
          <p:cNvSpPr>
            <a:spLocks noGrp="1"/>
          </p:cNvSpPr>
          <p:nvPr>
            <p:ph type="title"/>
          </p:nvPr>
        </p:nvSpPr>
        <p:spPr/>
        <p:txBody>
          <a:bodyPr/>
          <a:lstStyle/>
          <a:p>
            <a:r>
              <a:rPr lang="en-US"/>
              <a:t>Click to edit Master title style</a:t>
            </a:r>
            <a:endParaRPr lang="nl-NL"/>
          </a:p>
        </p:txBody>
      </p:sp>
      <p:sp>
        <p:nvSpPr>
          <p:cNvPr id="3" name="Content Placeholder 2">
            <a:extLst>
              <a:ext uri="{FF2B5EF4-FFF2-40B4-BE49-F238E27FC236}">
                <a16:creationId xmlns:a16="http://schemas.microsoft.com/office/drawing/2014/main" id="{FADC952A-6650-02EB-4E29-FE9A3D500F2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a:extLst>
              <a:ext uri="{FF2B5EF4-FFF2-40B4-BE49-F238E27FC236}">
                <a16:creationId xmlns:a16="http://schemas.microsoft.com/office/drawing/2014/main" id="{4DBDC596-F273-A974-3697-DB4C8B11289C}"/>
              </a:ext>
            </a:extLst>
          </p:cNvPr>
          <p:cNvSpPr>
            <a:spLocks noGrp="1"/>
          </p:cNvSpPr>
          <p:nvPr>
            <p:ph type="dt" sz="half" idx="10"/>
          </p:nvPr>
        </p:nvSpPr>
        <p:spPr/>
        <p:txBody>
          <a:bodyPr/>
          <a:lstStyle/>
          <a:p>
            <a:fld id="{2F211E9D-15E9-420F-B1BF-D57497E4A12A}" type="datetimeFigureOut">
              <a:rPr lang="nl-NL" smtClean="0"/>
              <a:t>30-11-2025</a:t>
            </a:fld>
            <a:endParaRPr lang="nl-NL"/>
          </a:p>
        </p:txBody>
      </p:sp>
      <p:sp>
        <p:nvSpPr>
          <p:cNvPr id="5" name="Footer Placeholder 4">
            <a:extLst>
              <a:ext uri="{FF2B5EF4-FFF2-40B4-BE49-F238E27FC236}">
                <a16:creationId xmlns:a16="http://schemas.microsoft.com/office/drawing/2014/main" id="{52376AD7-CBE1-1646-C20E-01EFCEE4F40D}"/>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A68AD4B0-8284-7428-8683-C378DE127623}"/>
              </a:ext>
            </a:extLst>
          </p:cNvPr>
          <p:cNvSpPr>
            <a:spLocks noGrp="1"/>
          </p:cNvSpPr>
          <p:nvPr>
            <p:ph type="sldNum" sz="quarter" idx="12"/>
          </p:nvPr>
        </p:nvSpPr>
        <p:spPr/>
        <p:txBody>
          <a:bodyPr/>
          <a:lstStyle/>
          <a:p>
            <a:fld id="{C38730EF-9F9C-4FD2-B091-6C866E5EC4F1}" type="slidenum">
              <a:rPr lang="nl-NL" smtClean="0"/>
              <a:t>‹#›</a:t>
            </a:fld>
            <a:endParaRPr lang="nl-NL"/>
          </a:p>
        </p:txBody>
      </p:sp>
    </p:spTree>
    <p:extLst>
      <p:ext uri="{BB962C8B-B14F-4D97-AF65-F5344CB8AC3E}">
        <p14:creationId xmlns:p14="http://schemas.microsoft.com/office/powerpoint/2010/main" val="888164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B81FC-E0BE-2E35-F2B2-19A0034F4A8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l-NL"/>
          </a:p>
        </p:txBody>
      </p:sp>
      <p:sp>
        <p:nvSpPr>
          <p:cNvPr id="3" name="Text Placeholder 2">
            <a:extLst>
              <a:ext uri="{FF2B5EF4-FFF2-40B4-BE49-F238E27FC236}">
                <a16:creationId xmlns:a16="http://schemas.microsoft.com/office/drawing/2014/main" id="{18BD5187-DE6F-B9D5-7EA7-A90B9B73480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7B79CA-8BF8-2A6D-3E71-10AEEB1D7047}"/>
              </a:ext>
            </a:extLst>
          </p:cNvPr>
          <p:cNvSpPr>
            <a:spLocks noGrp="1"/>
          </p:cNvSpPr>
          <p:nvPr>
            <p:ph type="dt" sz="half" idx="10"/>
          </p:nvPr>
        </p:nvSpPr>
        <p:spPr/>
        <p:txBody>
          <a:bodyPr/>
          <a:lstStyle/>
          <a:p>
            <a:fld id="{2F211E9D-15E9-420F-B1BF-D57497E4A12A}" type="datetimeFigureOut">
              <a:rPr lang="nl-NL" smtClean="0"/>
              <a:t>30-11-2025</a:t>
            </a:fld>
            <a:endParaRPr lang="nl-NL"/>
          </a:p>
        </p:txBody>
      </p:sp>
      <p:sp>
        <p:nvSpPr>
          <p:cNvPr id="5" name="Footer Placeholder 4">
            <a:extLst>
              <a:ext uri="{FF2B5EF4-FFF2-40B4-BE49-F238E27FC236}">
                <a16:creationId xmlns:a16="http://schemas.microsoft.com/office/drawing/2014/main" id="{0E8566A9-D9F6-5DC3-BB71-48F397A945D2}"/>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FD8880F1-AC6E-B2AD-F0C5-35B8CB15FABB}"/>
              </a:ext>
            </a:extLst>
          </p:cNvPr>
          <p:cNvSpPr>
            <a:spLocks noGrp="1"/>
          </p:cNvSpPr>
          <p:nvPr>
            <p:ph type="sldNum" sz="quarter" idx="12"/>
          </p:nvPr>
        </p:nvSpPr>
        <p:spPr/>
        <p:txBody>
          <a:bodyPr/>
          <a:lstStyle/>
          <a:p>
            <a:fld id="{C38730EF-9F9C-4FD2-B091-6C866E5EC4F1}" type="slidenum">
              <a:rPr lang="nl-NL" smtClean="0"/>
              <a:t>‹#›</a:t>
            </a:fld>
            <a:endParaRPr lang="nl-NL"/>
          </a:p>
        </p:txBody>
      </p:sp>
    </p:spTree>
    <p:extLst>
      <p:ext uri="{BB962C8B-B14F-4D97-AF65-F5344CB8AC3E}">
        <p14:creationId xmlns:p14="http://schemas.microsoft.com/office/powerpoint/2010/main" val="40277619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6E694-AE08-4EDB-1934-24A8F2829AA9}"/>
              </a:ext>
            </a:extLst>
          </p:cNvPr>
          <p:cNvSpPr>
            <a:spLocks noGrp="1"/>
          </p:cNvSpPr>
          <p:nvPr>
            <p:ph type="title"/>
          </p:nvPr>
        </p:nvSpPr>
        <p:spPr/>
        <p:txBody>
          <a:bodyPr/>
          <a:lstStyle/>
          <a:p>
            <a:r>
              <a:rPr lang="en-US"/>
              <a:t>Click to edit Master title style</a:t>
            </a:r>
            <a:endParaRPr lang="nl-NL"/>
          </a:p>
        </p:txBody>
      </p:sp>
      <p:sp>
        <p:nvSpPr>
          <p:cNvPr id="3" name="Content Placeholder 2">
            <a:extLst>
              <a:ext uri="{FF2B5EF4-FFF2-40B4-BE49-F238E27FC236}">
                <a16:creationId xmlns:a16="http://schemas.microsoft.com/office/drawing/2014/main" id="{536F62BD-0EEF-D2F5-94CB-A2F53C8DAED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Content Placeholder 3">
            <a:extLst>
              <a:ext uri="{FF2B5EF4-FFF2-40B4-BE49-F238E27FC236}">
                <a16:creationId xmlns:a16="http://schemas.microsoft.com/office/drawing/2014/main" id="{EBCEAA44-2323-0552-1C6C-87DDAFA1DF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5" name="Date Placeholder 4">
            <a:extLst>
              <a:ext uri="{FF2B5EF4-FFF2-40B4-BE49-F238E27FC236}">
                <a16:creationId xmlns:a16="http://schemas.microsoft.com/office/drawing/2014/main" id="{09D3AE3D-B6E0-3595-5CA5-1E29E509064F}"/>
              </a:ext>
            </a:extLst>
          </p:cNvPr>
          <p:cNvSpPr>
            <a:spLocks noGrp="1"/>
          </p:cNvSpPr>
          <p:nvPr>
            <p:ph type="dt" sz="half" idx="10"/>
          </p:nvPr>
        </p:nvSpPr>
        <p:spPr/>
        <p:txBody>
          <a:bodyPr/>
          <a:lstStyle/>
          <a:p>
            <a:fld id="{2F211E9D-15E9-420F-B1BF-D57497E4A12A}" type="datetimeFigureOut">
              <a:rPr lang="nl-NL" smtClean="0"/>
              <a:t>30-11-2025</a:t>
            </a:fld>
            <a:endParaRPr lang="nl-NL"/>
          </a:p>
        </p:txBody>
      </p:sp>
      <p:sp>
        <p:nvSpPr>
          <p:cNvPr id="6" name="Footer Placeholder 5">
            <a:extLst>
              <a:ext uri="{FF2B5EF4-FFF2-40B4-BE49-F238E27FC236}">
                <a16:creationId xmlns:a16="http://schemas.microsoft.com/office/drawing/2014/main" id="{B079CA71-C2E0-0D24-A567-C9B917CB07F8}"/>
              </a:ext>
            </a:extLst>
          </p:cNvPr>
          <p:cNvSpPr>
            <a:spLocks noGrp="1"/>
          </p:cNvSpPr>
          <p:nvPr>
            <p:ph type="ftr" sz="quarter" idx="11"/>
          </p:nvPr>
        </p:nvSpPr>
        <p:spPr/>
        <p:txBody>
          <a:bodyPr/>
          <a:lstStyle/>
          <a:p>
            <a:endParaRPr lang="nl-NL"/>
          </a:p>
        </p:txBody>
      </p:sp>
      <p:sp>
        <p:nvSpPr>
          <p:cNvPr id="7" name="Slide Number Placeholder 6">
            <a:extLst>
              <a:ext uri="{FF2B5EF4-FFF2-40B4-BE49-F238E27FC236}">
                <a16:creationId xmlns:a16="http://schemas.microsoft.com/office/drawing/2014/main" id="{E903B053-A9C0-319F-0E39-1EE3B31C1DAA}"/>
              </a:ext>
            </a:extLst>
          </p:cNvPr>
          <p:cNvSpPr>
            <a:spLocks noGrp="1"/>
          </p:cNvSpPr>
          <p:nvPr>
            <p:ph type="sldNum" sz="quarter" idx="12"/>
          </p:nvPr>
        </p:nvSpPr>
        <p:spPr/>
        <p:txBody>
          <a:bodyPr/>
          <a:lstStyle/>
          <a:p>
            <a:fld id="{C38730EF-9F9C-4FD2-B091-6C866E5EC4F1}" type="slidenum">
              <a:rPr lang="nl-NL" smtClean="0"/>
              <a:t>‹#›</a:t>
            </a:fld>
            <a:endParaRPr lang="nl-NL"/>
          </a:p>
        </p:txBody>
      </p:sp>
    </p:spTree>
    <p:extLst>
      <p:ext uri="{BB962C8B-B14F-4D97-AF65-F5344CB8AC3E}">
        <p14:creationId xmlns:p14="http://schemas.microsoft.com/office/powerpoint/2010/main" val="36778395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A2817-C811-C9BD-8499-17D69352C69D}"/>
              </a:ext>
            </a:extLst>
          </p:cNvPr>
          <p:cNvSpPr>
            <a:spLocks noGrp="1"/>
          </p:cNvSpPr>
          <p:nvPr>
            <p:ph type="title"/>
          </p:nvPr>
        </p:nvSpPr>
        <p:spPr>
          <a:xfrm>
            <a:off x="839788" y="365125"/>
            <a:ext cx="10515600" cy="1325563"/>
          </a:xfrm>
        </p:spPr>
        <p:txBody>
          <a:bodyPr/>
          <a:lstStyle/>
          <a:p>
            <a:r>
              <a:rPr lang="en-US"/>
              <a:t>Click to edit Master title style</a:t>
            </a:r>
            <a:endParaRPr lang="nl-NL"/>
          </a:p>
        </p:txBody>
      </p:sp>
      <p:sp>
        <p:nvSpPr>
          <p:cNvPr id="3" name="Text Placeholder 2">
            <a:extLst>
              <a:ext uri="{FF2B5EF4-FFF2-40B4-BE49-F238E27FC236}">
                <a16:creationId xmlns:a16="http://schemas.microsoft.com/office/drawing/2014/main" id="{BAF5B34A-5A4D-F884-2DDA-1A59729196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B1235B9-17A9-F226-FC5F-286E2B4168F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5" name="Text Placeholder 4">
            <a:extLst>
              <a:ext uri="{FF2B5EF4-FFF2-40B4-BE49-F238E27FC236}">
                <a16:creationId xmlns:a16="http://schemas.microsoft.com/office/drawing/2014/main" id="{4E86F2AD-6DB8-BCA0-A99A-C0422FDBE2E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BB4791A-1F63-1A43-DE87-86D5187718D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7" name="Date Placeholder 6">
            <a:extLst>
              <a:ext uri="{FF2B5EF4-FFF2-40B4-BE49-F238E27FC236}">
                <a16:creationId xmlns:a16="http://schemas.microsoft.com/office/drawing/2014/main" id="{990082AD-547A-7623-563B-1EEDF6D6AC50}"/>
              </a:ext>
            </a:extLst>
          </p:cNvPr>
          <p:cNvSpPr>
            <a:spLocks noGrp="1"/>
          </p:cNvSpPr>
          <p:nvPr>
            <p:ph type="dt" sz="half" idx="10"/>
          </p:nvPr>
        </p:nvSpPr>
        <p:spPr/>
        <p:txBody>
          <a:bodyPr/>
          <a:lstStyle/>
          <a:p>
            <a:fld id="{2F211E9D-15E9-420F-B1BF-D57497E4A12A}" type="datetimeFigureOut">
              <a:rPr lang="nl-NL" smtClean="0"/>
              <a:t>30-11-2025</a:t>
            </a:fld>
            <a:endParaRPr lang="nl-NL"/>
          </a:p>
        </p:txBody>
      </p:sp>
      <p:sp>
        <p:nvSpPr>
          <p:cNvPr id="8" name="Footer Placeholder 7">
            <a:extLst>
              <a:ext uri="{FF2B5EF4-FFF2-40B4-BE49-F238E27FC236}">
                <a16:creationId xmlns:a16="http://schemas.microsoft.com/office/drawing/2014/main" id="{97856885-32B0-007C-D7FF-71C530373490}"/>
              </a:ext>
            </a:extLst>
          </p:cNvPr>
          <p:cNvSpPr>
            <a:spLocks noGrp="1"/>
          </p:cNvSpPr>
          <p:nvPr>
            <p:ph type="ftr" sz="quarter" idx="11"/>
          </p:nvPr>
        </p:nvSpPr>
        <p:spPr/>
        <p:txBody>
          <a:bodyPr/>
          <a:lstStyle/>
          <a:p>
            <a:endParaRPr lang="nl-NL"/>
          </a:p>
        </p:txBody>
      </p:sp>
      <p:sp>
        <p:nvSpPr>
          <p:cNvPr id="9" name="Slide Number Placeholder 8">
            <a:extLst>
              <a:ext uri="{FF2B5EF4-FFF2-40B4-BE49-F238E27FC236}">
                <a16:creationId xmlns:a16="http://schemas.microsoft.com/office/drawing/2014/main" id="{31EA650D-B8FC-6701-F329-983F7E1FE33A}"/>
              </a:ext>
            </a:extLst>
          </p:cNvPr>
          <p:cNvSpPr>
            <a:spLocks noGrp="1"/>
          </p:cNvSpPr>
          <p:nvPr>
            <p:ph type="sldNum" sz="quarter" idx="12"/>
          </p:nvPr>
        </p:nvSpPr>
        <p:spPr/>
        <p:txBody>
          <a:bodyPr/>
          <a:lstStyle/>
          <a:p>
            <a:fld id="{C38730EF-9F9C-4FD2-B091-6C866E5EC4F1}" type="slidenum">
              <a:rPr lang="nl-NL" smtClean="0"/>
              <a:t>‹#›</a:t>
            </a:fld>
            <a:endParaRPr lang="nl-NL"/>
          </a:p>
        </p:txBody>
      </p:sp>
    </p:spTree>
    <p:extLst>
      <p:ext uri="{BB962C8B-B14F-4D97-AF65-F5344CB8AC3E}">
        <p14:creationId xmlns:p14="http://schemas.microsoft.com/office/powerpoint/2010/main" val="37362107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13478-D8DC-35CC-1131-560671524158}"/>
              </a:ext>
            </a:extLst>
          </p:cNvPr>
          <p:cNvSpPr>
            <a:spLocks noGrp="1"/>
          </p:cNvSpPr>
          <p:nvPr>
            <p:ph type="title"/>
          </p:nvPr>
        </p:nvSpPr>
        <p:spPr/>
        <p:txBody>
          <a:bodyPr/>
          <a:lstStyle/>
          <a:p>
            <a:r>
              <a:rPr lang="en-US"/>
              <a:t>Click to edit Master title style</a:t>
            </a:r>
            <a:endParaRPr lang="nl-NL"/>
          </a:p>
        </p:txBody>
      </p:sp>
      <p:sp>
        <p:nvSpPr>
          <p:cNvPr id="3" name="Date Placeholder 2">
            <a:extLst>
              <a:ext uri="{FF2B5EF4-FFF2-40B4-BE49-F238E27FC236}">
                <a16:creationId xmlns:a16="http://schemas.microsoft.com/office/drawing/2014/main" id="{84913032-AA35-3BB4-873F-5E95EAAF7924}"/>
              </a:ext>
            </a:extLst>
          </p:cNvPr>
          <p:cNvSpPr>
            <a:spLocks noGrp="1"/>
          </p:cNvSpPr>
          <p:nvPr>
            <p:ph type="dt" sz="half" idx="10"/>
          </p:nvPr>
        </p:nvSpPr>
        <p:spPr/>
        <p:txBody>
          <a:bodyPr/>
          <a:lstStyle/>
          <a:p>
            <a:fld id="{2F211E9D-15E9-420F-B1BF-D57497E4A12A}" type="datetimeFigureOut">
              <a:rPr lang="nl-NL" smtClean="0"/>
              <a:t>30-11-2025</a:t>
            </a:fld>
            <a:endParaRPr lang="nl-NL"/>
          </a:p>
        </p:txBody>
      </p:sp>
      <p:sp>
        <p:nvSpPr>
          <p:cNvPr id="4" name="Footer Placeholder 3">
            <a:extLst>
              <a:ext uri="{FF2B5EF4-FFF2-40B4-BE49-F238E27FC236}">
                <a16:creationId xmlns:a16="http://schemas.microsoft.com/office/drawing/2014/main" id="{37E781C7-C667-A3D7-E9C4-C140F2E61305}"/>
              </a:ext>
            </a:extLst>
          </p:cNvPr>
          <p:cNvSpPr>
            <a:spLocks noGrp="1"/>
          </p:cNvSpPr>
          <p:nvPr>
            <p:ph type="ftr" sz="quarter" idx="11"/>
          </p:nvPr>
        </p:nvSpPr>
        <p:spPr/>
        <p:txBody>
          <a:bodyPr/>
          <a:lstStyle/>
          <a:p>
            <a:endParaRPr lang="nl-NL"/>
          </a:p>
        </p:txBody>
      </p:sp>
      <p:sp>
        <p:nvSpPr>
          <p:cNvPr id="5" name="Slide Number Placeholder 4">
            <a:extLst>
              <a:ext uri="{FF2B5EF4-FFF2-40B4-BE49-F238E27FC236}">
                <a16:creationId xmlns:a16="http://schemas.microsoft.com/office/drawing/2014/main" id="{32D3F3A5-775A-142E-E471-6CF147E61F9A}"/>
              </a:ext>
            </a:extLst>
          </p:cNvPr>
          <p:cNvSpPr>
            <a:spLocks noGrp="1"/>
          </p:cNvSpPr>
          <p:nvPr>
            <p:ph type="sldNum" sz="quarter" idx="12"/>
          </p:nvPr>
        </p:nvSpPr>
        <p:spPr/>
        <p:txBody>
          <a:bodyPr/>
          <a:lstStyle/>
          <a:p>
            <a:fld id="{C38730EF-9F9C-4FD2-B091-6C866E5EC4F1}" type="slidenum">
              <a:rPr lang="nl-NL" smtClean="0"/>
              <a:t>‹#›</a:t>
            </a:fld>
            <a:endParaRPr lang="nl-NL"/>
          </a:p>
        </p:txBody>
      </p:sp>
    </p:spTree>
    <p:extLst>
      <p:ext uri="{BB962C8B-B14F-4D97-AF65-F5344CB8AC3E}">
        <p14:creationId xmlns:p14="http://schemas.microsoft.com/office/powerpoint/2010/main" val="16531668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35568A5-B7F2-315D-4E9D-6B789F323E62}"/>
              </a:ext>
            </a:extLst>
          </p:cNvPr>
          <p:cNvSpPr>
            <a:spLocks noGrp="1"/>
          </p:cNvSpPr>
          <p:nvPr>
            <p:ph type="dt" sz="half" idx="10"/>
          </p:nvPr>
        </p:nvSpPr>
        <p:spPr/>
        <p:txBody>
          <a:bodyPr/>
          <a:lstStyle/>
          <a:p>
            <a:fld id="{2F211E9D-15E9-420F-B1BF-D57497E4A12A}" type="datetimeFigureOut">
              <a:rPr lang="nl-NL" smtClean="0"/>
              <a:t>30-11-2025</a:t>
            </a:fld>
            <a:endParaRPr lang="nl-NL"/>
          </a:p>
        </p:txBody>
      </p:sp>
      <p:sp>
        <p:nvSpPr>
          <p:cNvPr id="3" name="Footer Placeholder 2">
            <a:extLst>
              <a:ext uri="{FF2B5EF4-FFF2-40B4-BE49-F238E27FC236}">
                <a16:creationId xmlns:a16="http://schemas.microsoft.com/office/drawing/2014/main" id="{7F83160E-389D-8515-1ED0-52952F93FE95}"/>
              </a:ext>
            </a:extLst>
          </p:cNvPr>
          <p:cNvSpPr>
            <a:spLocks noGrp="1"/>
          </p:cNvSpPr>
          <p:nvPr>
            <p:ph type="ftr" sz="quarter" idx="11"/>
          </p:nvPr>
        </p:nvSpPr>
        <p:spPr/>
        <p:txBody>
          <a:bodyPr/>
          <a:lstStyle/>
          <a:p>
            <a:endParaRPr lang="nl-NL"/>
          </a:p>
        </p:txBody>
      </p:sp>
      <p:sp>
        <p:nvSpPr>
          <p:cNvPr id="4" name="Slide Number Placeholder 3">
            <a:extLst>
              <a:ext uri="{FF2B5EF4-FFF2-40B4-BE49-F238E27FC236}">
                <a16:creationId xmlns:a16="http://schemas.microsoft.com/office/drawing/2014/main" id="{3355F22B-354E-1065-B1DE-2E7574B9B479}"/>
              </a:ext>
            </a:extLst>
          </p:cNvPr>
          <p:cNvSpPr>
            <a:spLocks noGrp="1"/>
          </p:cNvSpPr>
          <p:nvPr>
            <p:ph type="sldNum" sz="quarter" idx="12"/>
          </p:nvPr>
        </p:nvSpPr>
        <p:spPr/>
        <p:txBody>
          <a:bodyPr/>
          <a:lstStyle/>
          <a:p>
            <a:fld id="{C38730EF-9F9C-4FD2-B091-6C866E5EC4F1}" type="slidenum">
              <a:rPr lang="nl-NL" smtClean="0"/>
              <a:t>‹#›</a:t>
            </a:fld>
            <a:endParaRPr lang="nl-NL"/>
          </a:p>
        </p:txBody>
      </p:sp>
    </p:spTree>
    <p:extLst>
      <p:ext uri="{BB962C8B-B14F-4D97-AF65-F5344CB8AC3E}">
        <p14:creationId xmlns:p14="http://schemas.microsoft.com/office/powerpoint/2010/main" val="14460043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BC9A0-7AE9-94D1-1014-D0974DAD9A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NL"/>
          </a:p>
        </p:txBody>
      </p:sp>
      <p:sp>
        <p:nvSpPr>
          <p:cNvPr id="3" name="Content Placeholder 2">
            <a:extLst>
              <a:ext uri="{FF2B5EF4-FFF2-40B4-BE49-F238E27FC236}">
                <a16:creationId xmlns:a16="http://schemas.microsoft.com/office/drawing/2014/main" id="{A787BB0C-7BFF-5B07-E9BC-131F4B06979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Text Placeholder 3">
            <a:extLst>
              <a:ext uri="{FF2B5EF4-FFF2-40B4-BE49-F238E27FC236}">
                <a16:creationId xmlns:a16="http://schemas.microsoft.com/office/drawing/2014/main" id="{6D6D10C6-8FE2-A590-ED9B-537DCF004A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D577F5-FBE6-C049-62BD-62F051C34519}"/>
              </a:ext>
            </a:extLst>
          </p:cNvPr>
          <p:cNvSpPr>
            <a:spLocks noGrp="1"/>
          </p:cNvSpPr>
          <p:nvPr>
            <p:ph type="dt" sz="half" idx="10"/>
          </p:nvPr>
        </p:nvSpPr>
        <p:spPr/>
        <p:txBody>
          <a:bodyPr/>
          <a:lstStyle/>
          <a:p>
            <a:fld id="{2F211E9D-15E9-420F-B1BF-D57497E4A12A}" type="datetimeFigureOut">
              <a:rPr lang="nl-NL" smtClean="0"/>
              <a:t>30-11-2025</a:t>
            </a:fld>
            <a:endParaRPr lang="nl-NL"/>
          </a:p>
        </p:txBody>
      </p:sp>
      <p:sp>
        <p:nvSpPr>
          <p:cNvPr id="6" name="Footer Placeholder 5">
            <a:extLst>
              <a:ext uri="{FF2B5EF4-FFF2-40B4-BE49-F238E27FC236}">
                <a16:creationId xmlns:a16="http://schemas.microsoft.com/office/drawing/2014/main" id="{3BCC13DF-62B1-7808-056D-FBF4F1ED34A8}"/>
              </a:ext>
            </a:extLst>
          </p:cNvPr>
          <p:cNvSpPr>
            <a:spLocks noGrp="1"/>
          </p:cNvSpPr>
          <p:nvPr>
            <p:ph type="ftr" sz="quarter" idx="11"/>
          </p:nvPr>
        </p:nvSpPr>
        <p:spPr/>
        <p:txBody>
          <a:bodyPr/>
          <a:lstStyle/>
          <a:p>
            <a:endParaRPr lang="nl-NL"/>
          </a:p>
        </p:txBody>
      </p:sp>
      <p:sp>
        <p:nvSpPr>
          <p:cNvPr id="7" name="Slide Number Placeholder 6">
            <a:extLst>
              <a:ext uri="{FF2B5EF4-FFF2-40B4-BE49-F238E27FC236}">
                <a16:creationId xmlns:a16="http://schemas.microsoft.com/office/drawing/2014/main" id="{8BB369D1-81A0-6460-4683-A9D8FCD56C47}"/>
              </a:ext>
            </a:extLst>
          </p:cNvPr>
          <p:cNvSpPr>
            <a:spLocks noGrp="1"/>
          </p:cNvSpPr>
          <p:nvPr>
            <p:ph type="sldNum" sz="quarter" idx="12"/>
          </p:nvPr>
        </p:nvSpPr>
        <p:spPr/>
        <p:txBody>
          <a:bodyPr/>
          <a:lstStyle/>
          <a:p>
            <a:fld id="{C38730EF-9F9C-4FD2-B091-6C866E5EC4F1}" type="slidenum">
              <a:rPr lang="nl-NL" smtClean="0"/>
              <a:t>‹#›</a:t>
            </a:fld>
            <a:endParaRPr lang="nl-NL"/>
          </a:p>
        </p:txBody>
      </p:sp>
    </p:spTree>
    <p:extLst>
      <p:ext uri="{BB962C8B-B14F-4D97-AF65-F5344CB8AC3E}">
        <p14:creationId xmlns:p14="http://schemas.microsoft.com/office/powerpoint/2010/main" val="35255287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12CAB-D915-EB87-BE70-09A4CC7809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NL"/>
          </a:p>
        </p:txBody>
      </p:sp>
      <p:sp>
        <p:nvSpPr>
          <p:cNvPr id="3" name="Picture Placeholder 2">
            <a:extLst>
              <a:ext uri="{FF2B5EF4-FFF2-40B4-BE49-F238E27FC236}">
                <a16:creationId xmlns:a16="http://schemas.microsoft.com/office/drawing/2014/main" id="{C6F49D29-CD70-354E-F95B-9EF2FD6A290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NL"/>
          </a:p>
        </p:txBody>
      </p:sp>
      <p:sp>
        <p:nvSpPr>
          <p:cNvPr id="4" name="Text Placeholder 3">
            <a:extLst>
              <a:ext uri="{FF2B5EF4-FFF2-40B4-BE49-F238E27FC236}">
                <a16:creationId xmlns:a16="http://schemas.microsoft.com/office/drawing/2014/main" id="{605DE1BF-8DD5-D475-0718-E1335EB65E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5D02F8-E047-5615-E78C-865AAD8F0F5A}"/>
              </a:ext>
            </a:extLst>
          </p:cNvPr>
          <p:cNvSpPr>
            <a:spLocks noGrp="1"/>
          </p:cNvSpPr>
          <p:nvPr>
            <p:ph type="dt" sz="half" idx="10"/>
          </p:nvPr>
        </p:nvSpPr>
        <p:spPr/>
        <p:txBody>
          <a:bodyPr/>
          <a:lstStyle/>
          <a:p>
            <a:fld id="{2F211E9D-15E9-420F-B1BF-D57497E4A12A}" type="datetimeFigureOut">
              <a:rPr lang="nl-NL" smtClean="0"/>
              <a:t>30-11-2025</a:t>
            </a:fld>
            <a:endParaRPr lang="nl-NL"/>
          </a:p>
        </p:txBody>
      </p:sp>
      <p:sp>
        <p:nvSpPr>
          <p:cNvPr id="6" name="Footer Placeholder 5">
            <a:extLst>
              <a:ext uri="{FF2B5EF4-FFF2-40B4-BE49-F238E27FC236}">
                <a16:creationId xmlns:a16="http://schemas.microsoft.com/office/drawing/2014/main" id="{557D2C78-6F64-63ED-ABB4-C2B1151D0774}"/>
              </a:ext>
            </a:extLst>
          </p:cNvPr>
          <p:cNvSpPr>
            <a:spLocks noGrp="1"/>
          </p:cNvSpPr>
          <p:nvPr>
            <p:ph type="ftr" sz="quarter" idx="11"/>
          </p:nvPr>
        </p:nvSpPr>
        <p:spPr/>
        <p:txBody>
          <a:bodyPr/>
          <a:lstStyle/>
          <a:p>
            <a:endParaRPr lang="nl-NL"/>
          </a:p>
        </p:txBody>
      </p:sp>
      <p:sp>
        <p:nvSpPr>
          <p:cNvPr id="7" name="Slide Number Placeholder 6">
            <a:extLst>
              <a:ext uri="{FF2B5EF4-FFF2-40B4-BE49-F238E27FC236}">
                <a16:creationId xmlns:a16="http://schemas.microsoft.com/office/drawing/2014/main" id="{7F7E4033-B1F3-F47A-2AF1-7DAD4F335C56}"/>
              </a:ext>
            </a:extLst>
          </p:cNvPr>
          <p:cNvSpPr>
            <a:spLocks noGrp="1"/>
          </p:cNvSpPr>
          <p:nvPr>
            <p:ph type="sldNum" sz="quarter" idx="12"/>
          </p:nvPr>
        </p:nvSpPr>
        <p:spPr/>
        <p:txBody>
          <a:bodyPr/>
          <a:lstStyle/>
          <a:p>
            <a:fld id="{C38730EF-9F9C-4FD2-B091-6C866E5EC4F1}" type="slidenum">
              <a:rPr lang="nl-NL" smtClean="0"/>
              <a:t>‹#›</a:t>
            </a:fld>
            <a:endParaRPr lang="nl-NL"/>
          </a:p>
        </p:txBody>
      </p:sp>
    </p:spTree>
    <p:extLst>
      <p:ext uri="{BB962C8B-B14F-4D97-AF65-F5344CB8AC3E}">
        <p14:creationId xmlns:p14="http://schemas.microsoft.com/office/powerpoint/2010/main" val="32493357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98032-6836-2D85-A844-8CBAA95D0924}"/>
              </a:ext>
            </a:extLst>
          </p:cNvPr>
          <p:cNvSpPr>
            <a:spLocks noGrp="1"/>
          </p:cNvSpPr>
          <p:nvPr>
            <p:ph type="title"/>
          </p:nvPr>
        </p:nvSpPr>
        <p:spPr/>
        <p:txBody>
          <a:bodyPr/>
          <a:lstStyle/>
          <a:p>
            <a:r>
              <a:rPr lang="en-US"/>
              <a:t>Click to edit Master title style</a:t>
            </a:r>
            <a:endParaRPr lang="nl-NL"/>
          </a:p>
        </p:txBody>
      </p:sp>
      <p:sp>
        <p:nvSpPr>
          <p:cNvPr id="3" name="Vertical Text Placeholder 2">
            <a:extLst>
              <a:ext uri="{FF2B5EF4-FFF2-40B4-BE49-F238E27FC236}">
                <a16:creationId xmlns:a16="http://schemas.microsoft.com/office/drawing/2014/main" id="{40A6AE9E-E6B4-8ECC-6922-7648587CBE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a:extLst>
              <a:ext uri="{FF2B5EF4-FFF2-40B4-BE49-F238E27FC236}">
                <a16:creationId xmlns:a16="http://schemas.microsoft.com/office/drawing/2014/main" id="{15446BC0-D6C3-EC3A-37BB-BA9E0B8B4DB4}"/>
              </a:ext>
            </a:extLst>
          </p:cNvPr>
          <p:cNvSpPr>
            <a:spLocks noGrp="1"/>
          </p:cNvSpPr>
          <p:nvPr>
            <p:ph type="dt" sz="half" idx="10"/>
          </p:nvPr>
        </p:nvSpPr>
        <p:spPr/>
        <p:txBody>
          <a:bodyPr/>
          <a:lstStyle/>
          <a:p>
            <a:fld id="{2F211E9D-15E9-420F-B1BF-D57497E4A12A}" type="datetimeFigureOut">
              <a:rPr lang="nl-NL" smtClean="0"/>
              <a:t>30-11-2025</a:t>
            </a:fld>
            <a:endParaRPr lang="nl-NL"/>
          </a:p>
        </p:txBody>
      </p:sp>
      <p:sp>
        <p:nvSpPr>
          <p:cNvPr id="5" name="Footer Placeholder 4">
            <a:extLst>
              <a:ext uri="{FF2B5EF4-FFF2-40B4-BE49-F238E27FC236}">
                <a16:creationId xmlns:a16="http://schemas.microsoft.com/office/drawing/2014/main" id="{F9DAA5B1-EAD5-8585-862E-7D866E6CBD03}"/>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29E70D83-C09B-2D30-60A3-432E0A84D4FD}"/>
              </a:ext>
            </a:extLst>
          </p:cNvPr>
          <p:cNvSpPr>
            <a:spLocks noGrp="1"/>
          </p:cNvSpPr>
          <p:nvPr>
            <p:ph type="sldNum" sz="quarter" idx="12"/>
          </p:nvPr>
        </p:nvSpPr>
        <p:spPr/>
        <p:txBody>
          <a:bodyPr/>
          <a:lstStyle/>
          <a:p>
            <a:fld id="{C38730EF-9F9C-4FD2-B091-6C866E5EC4F1}" type="slidenum">
              <a:rPr lang="nl-NL" smtClean="0"/>
              <a:t>‹#›</a:t>
            </a:fld>
            <a:endParaRPr lang="nl-NL"/>
          </a:p>
        </p:txBody>
      </p:sp>
    </p:spTree>
    <p:extLst>
      <p:ext uri="{BB962C8B-B14F-4D97-AF65-F5344CB8AC3E}">
        <p14:creationId xmlns:p14="http://schemas.microsoft.com/office/powerpoint/2010/main" val="25304011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8513F20-1A68-AF40-B5CA-A87EAB9D02A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nl-NL"/>
          </a:p>
        </p:txBody>
      </p:sp>
      <p:sp>
        <p:nvSpPr>
          <p:cNvPr id="3" name="Vertical Text Placeholder 2">
            <a:extLst>
              <a:ext uri="{FF2B5EF4-FFF2-40B4-BE49-F238E27FC236}">
                <a16:creationId xmlns:a16="http://schemas.microsoft.com/office/drawing/2014/main" id="{5EADEB96-DD13-5758-95E9-6540875A31B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a:extLst>
              <a:ext uri="{FF2B5EF4-FFF2-40B4-BE49-F238E27FC236}">
                <a16:creationId xmlns:a16="http://schemas.microsoft.com/office/drawing/2014/main" id="{88EC6959-FFF2-017D-0464-4046482A9271}"/>
              </a:ext>
            </a:extLst>
          </p:cNvPr>
          <p:cNvSpPr>
            <a:spLocks noGrp="1"/>
          </p:cNvSpPr>
          <p:nvPr>
            <p:ph type="dt" sz="half" idx="10"/>
          </p:nvPr>
        </p:nvSpPr>
        <p:spPr/>
        <p:txBody>
          <a:bodyPr/>
          <a:lstStyle/>
          <a:p>
            <a:fld id="{2F211E9D-15E9-420F-B1BF-D57497E4A12A}" type="datetimeFigureOut">
              <a:rPr lang="nl-NL" smtClean="0"/>
              <a:t>30-11-2025</a:t>
            </a:fld>
            <a:endParaRPr lang="nl-NL"/>
          </a:p>
        </p:txBody>
      </p:sp>
      <p:sp>
        <p:nvSpPr>
          <p:cNvPr id="5" name="Footer Placeholder 4">
            <a:extLst>
              <a:ext uri="{FF2B5EF4-FFF2-40B4-BE49-F238E27FC236}">
                <a16:creationId xmlns:a16="http://schemas.microsoft.com/office/drawing/2014/main" id="{76821103-A6C8-E73A-9129-A91611435B0E}"/>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58C61C0A-24A8-B0FF-48EB-DC4BAF783913}"/>
              </a:ext>
            </a:extLst>
          </p:cNvPr>
          <p:cNvSpPr>
            <a:spLocks noGrp="1"/>
          </p:cNvSpPr>
          <p:nvPr>
            <p:ph type="sldNum" sz="quarter" idx="12"/>
          </p:nvPr>
        </p:nvSpPr>
        <p:spPr/>
        <p:txBody>
          <a:bodyPr/>
          <a:lstStyle/>
          <a:p>
            <a:fld id="{C38730EF-9F9C-4FD2-B091-6C866E5EC4F1}" type="slidenum">
              <a:rPr lang="nl-NL" smtClean="0"/>
              <a:t>‹#›</a:t>
            </a:fld>
            <a:endParaRPr lang="nl-NL"/>
          </a:p>
        </p:txBody>
      </p:sp>
    </p:spTree>
    <p:extLst>
      <p:ext uri="{BB962C8B-B14F-4D97-AF65-F5344CB8AC3E}">
        <p14:creationId xmlns:p14="http://schemas.microsoft.com/office/powerpoint/2010/main" val="17319438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32973D-2907-8843-BEA3-87F53F66DD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nl-NL"/>
          </a:p>
        </p:txBody>
      </p:sp>
      <p:sp>
        <p:nvSpPr>
          <p:cNvPr id="3" name="Text Placeholder 2">
            <a:extLst>
              <a:ext uri="{FF2B5EF4-FFF2-40B4-BE49-F238E27FC236}">
                <a16:creationId xmlns:a16="http://schemas.microsoft.com/office/drawing/2014/main" id="{3EFB2EAF-77E9-CD62-66B6-3CB8CA98A2F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a:extLst>
              <a:ext uri="{FF2B5EF4-FFF2-40B4-BE49-F238E27FC236}">
                <a16:creationId xmlns:a16="http://schemas.microsoft.com/office/drawing/2014/main" id="{63A12FAF-E858-3B70-69B2-6F0E3C459B3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211E9D-15E9-420F-B1BF-D57497E4A12A}" type="datetimeFigureOut">
              <a:rPr lang="nl-NL" smtClean="0"/>
              <a:t>30-11-2025</a:t>
            </a:fld>
            <a:endParaRPr lang="nl-NL"/>
          </a:p>
        </p:txBody>
      </p:sp>
      <p:sp>
        <p:nvSpPr>
          <p:cNvPr id="5" name="Footer Placeholder 4">
            <a:extLst>
              <a:ext uri="{FF2B5EF4-FFF2-40B4-BE49-F238E27FC236}">
                <a16:creationId xmlns:a16="http://schemas.microsoft.com/office/drawing/2014/main" id="{A62A7AB6-EB91-F655-582B-03B8B4BA567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nl-NL"/>
          </a:p>
        </p:txBody>
      </p:sp>
      <p:sp>
        <p:nvSpPr>
          <p:cNvPr id="6" name="Slide Number Placeholder 5">
            <a:extLst>
              <a:ext uri="{FF2B5EF4-FFF2-40B4-BE49-F238E27FC236}">
                <a16:creationId xmlns:a16="http://schemas.microsoft.com/office/drawing/2014/main" id="{55CD4770-521E-5FA2-9166-EF42AFBE0C0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8730EF-9F9C-4FD2-B091-6C866E5EC4F1}" type="slidenum">
              <a:rPr lang="nl-NL" smtClean="0"/>
              <a:t>‹#›</a:t>
            </a:fld>
            <a:endParaRPr lang="nl-NL"/>
          </a:p>
        </p:txBody>
      </p:sp>
    </p:spTree>
    <p:extLst>
      <p:ext uri="{BB962C8B-B14F-4D97-AF65-F5344CB8AC3E}">
        <p14:creationId xmlns:p14="http://schemas.microsoft.com/office/powerpoint/2010/main" val="27816713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turtlestitch.org/page/offlineuse/" TargetMode="External"/><Relationship Id="rId2" Type="http://schemas.openxmlformats.org/officeDocument/2006/relationships/hyperlink" Target="https://youtu.be/MaksoKcIvwc"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github.com/hansdejongehv/Weekendschool-Borduren-Embroidery"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91248-28A7-654E-DBF7-94286E379157}"/>
              </a:ext>
            </a:extLst>
          </p:cNvPr>
          <p:cNvSpPr>
            <a:spLocks noGrp="1"/>
          </p:cNvSpPr>
          <p:nvPr>
            <p:ph type="ctrTitle"/>
          </p:nvPr>
        </p:nvSpPr>
        <p:spPr/>
        <p:txBody>
          <a:bodyPr>
            <a:normAutofit fontScale="90000"/>
          </a:bodyPr>
          <a:lstStyle/>
          <a:p>
            <a:r>
              <a:rPr lang="nl-NL" dirty="0"/>
              <a:t>Programmeer je borduurwerk met TurtleStitch</a:t>
            </a:r>
            <a:br>
              <a:rPr lang="nl-NL" dirty="0"/>
            </a:br>
            <a:endParaRPr lang="nl-NL" dirty="0"/>
          </a:p>
        </p:txBody>
      </p:sp>
      <p:sp>
        <p:nvSpPr>
          <p:cNvPr id="3" name="Subtitle 2">
            <a:extLst>
              <a:ext uri="{FF2B5EF4-FFF2-40B4-BE49-F238E27FC236}">
                <a16:creationId xmlns:a16="http://schemas.microsoft.com/office/drawing/2014/main" id="{D32075D8-1280-CDCE-D934-DA7C5D38D108}"/>
              </a:ext>
            </a:extLst>
          </p:cNvPr>
          <p:cNvSpPr>
            <a:spLocks noGrp="1"/>
          </p:cNvSpPr>
          <p:nvPr>
            <p:ph type="subTitle" idx="1"/>
          </p:nvPr>
        </p:nvSpPr>
        <p:spPr/>
        <p:txBody>
          <a:bodyPr/>
          <a:lstStyle/>
          <a:p>
            <a:r>
              <a:rPr lang="nl-NL" dirty="0"/>
              <a:t>Voorbereiding van begeleiders voor 7 december</a:t>
            </a:r>
          </a:p>
          <a:p>
            <a:r>
              <a:rPr lang="nl-NL" dirty="0"/>
              <a:t>Hans de Jong</a:t>
            </a:r>
          </a:p>
        </p:txBody>
      </p:sp>
    </p:spTree>
    <p:extLst>
      <p:ext uri="{BB962C8B-B14F-4D97-AF65-F5344CB8AC3E}">
        <p14:creationId xmlns:p14="http://schemas.microsoft.com/office/powerpoint/2010/main" val="19982767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A7861-9C1F-E949-7FCF-6E2E9ACE49AA}"/>
              </a:ext>
            </a:extLst>
          </p:cNvPr>
          <p:cNvSpPr>
            <a:spLocks noGrp="1"/>
          </p:cNvSpPr>
          <p:nvPr>
            <p:ph type="title"/>
          </p:nvPr>
        </p:nvSpPr>
        <p:spPr/>
        <p:txBody>
          <a:bodyPr/>
          <a:lstStyle/>
          <a:p>
            <a:r>
              <a:rPr lang="nl-NL" dirty="0"/>
              <a:t>Agenda</a:t>
            </a:r>
          </a:p>
        </p:txBody>
      </p:sp>
      <p:sp>
        <p:nvSpPr>
          <p:cNvPr id="3" name="Content Placeholder 2">
            <a:extLst>
              <a:ext uri="{FF2B5EF4-FFF2-40B4-BE49-F238E27FC236}">
                <a16:creationId xmlns:a16="http://schemas.microsoft.com/office/drawing/2014/main" id="{D62B8979-0585-D942-E892-AE54BB0FDE01}"/>
              </a:ext>
            </a:extLst>
          </p:cNvPr>
          <p:cNvSpPr>
            <a:spLocks noGrp="1"/>
          </p:cNvSpPr>
          <p:nvPr>
            <p:ph idx="1"/>
          </p:nvPr>
        </p:nvSpPr>
        <p:spPr/>
        <p:txBody>
          <a:bodyPr/>
          <a:lstStyle/>
          <a:p>
            <a:r>
              <a:rPr lang="nl-NL" dirty="0"/>
              <a:t>Intro in TurtleStitch</a:t>
            </a:r>
          </a:p>
          <a:p>
            <a:r>
              <a:rPr lang="nl-NL" dirty="0"/>
              <a:t>Bediening van de borduurmachines</a:t>
            </a:r>
          </a:p>
          <a:p>
            <a:r>
              <a:rPr lang="nl-NL" dirty="0"/>
              <a:t>Het programma op 7 december</a:t>
            </a:r>
          </a:p>
          <a:p>
            <a:endParaRPr lang="nl-NL" dirty="0"/>
          </a:p>
          <a:p>
            <a:pPr marL="0" indent="0">
              <a:buNone/>
            </a:pPr>
            <a:r>
              <a:rPr lang="nl-NL" dirty="0"/>
              <a:t>(We hebben maar 30 minuten, dus het is alleen ter intro. Verdere vragen kunnen later beantwoord worden).</a:t>
            </a:r>
          </a:p>
          <a:p>
            <a:pPr marL="0" indent="0">
              <a:buNone/>
            </a:pPr>
            <a:r>
              <a:rPr lang="nl-NL" dirty="0"/>
              <a:t>Doel: voldoende informatie geven dat je je goed kunt voorbereiden.</a:t>
            </a:r>
          </a:p>
        </p:txBody>
      </p:sp>
    </p:spTree>
    <p:extLst>
      <p:ext uri="{BB962C8B-B14F-4D97-AF65-F5344CB8AC3E}">
        <p14:creationId xmlns:p14="http://schemas.microsoft.com/office/powerpoint/2010/main" val="2984399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64647-C1AE-C003-727D-4AAFDA8DC63D}"/>
              </a:ext>
            </a:extLst>
          </p:cNvPr>
          <p:cNvSpPr>
            <a:spLocks noGrp="1"/>
          </p:cNvSpPr>
          <p:nvPr>
            <p:ph type="title"/>
          </p:nvPr>
        </p:nvSpPr>
        <p:spPr/>
        <p:txBody>
          <a:bodyPr/>
          <a:lstStyle/>
          <a:p>
            <a:r>
              <a:rPr lang="nl-NL" dirty="0"/>
              <a:t>Intro in TurtleStitch</a:t>
            </a:r>
          </a:p>
        </p:txBody>
      </p:sp>
      <p:sp>
        <p:nvSpPr>
          <p:cNvPr id="3" name="Content Placeholder 2">
            <a:extLst>
              <a:ext uri="{FF2B5EF4-FFF2-40B4-BE49-F238E27FC236}">
                <a16:creationId xmlns:a16="http://schemas.microsoft.com/office/drawing/2014/main" id="{42C43740-5815-DD04-1FC8-88508753B08C}"/>
              </a:ext>
            </a:extLst>
          </p:cNvPr>
          <p:cNvSpPr>
            <a:spLocks noGrp="1"/>
          </p:cNvSpPr>
          <p:nvPr>
            <p:ph idx="1"/>
          </p:nvPr>
        </p:nvSpPr>
        <p:spPr/>
        <p:txBody>
          <a:bodyPr/>
          <a:lstStyle/>
          <a:p>
            <a:r>
              <a:rPr lang="nl-NL" dirty="0"/>
              <a:t>Hopelijk heeft iedereen dit filmpje bekeken:  </a:t>
            </a:r>
            <a:r>
              <a:rPr lang="nl-NL" dirty="0">
                <a:hlinkClick r:id="rId2"/>
              </a:rPr>
              <a:t>https://youtu.be/MaksoKcIvwc</a:t>
            </a:r>
            <a:endParaRPr lang="nl-NL" dirty="0"/>
          </a:p>
          <a:p>
            <a:r>
              <a:rPr lang="nl-NL" dirty="0"/>
              <a:t>We gebruiken de </a:t>
            </a:r>
            <a:r>
              <a:rPr lang="nl-NL" dirty="0" err="1"/>
              <a:t>off-line</a:t>
            </a:r>
            <a:r>
              <a:rPr lang="nl-NL" dirty="0"/>
              <a:t> versie van TurtleStitch</a:t>
            </a:r>
          </a:p>
          <a:p>
            <a:pPr lvl="1"/>
            <a:r>
              <a:rPr lang="nl-NL" dirty="0"/>
              <a:t>Laptops ook niet op Wifi aansluiten, </a:t>
            </a:r>
            <a:r>
              <a:rPr lang="nl-NL" dirty="0" err="1"/>
              <a:t>ookal</a:t>
            </a:r>
            <a:r>
              <a:rPr lang="nl-NL" dirty="0"/>
              <a:t> kan dat zonder wachtwoord. Reden: de laptops hebben waarschijnlijk allemaal dezelfde systeemnaam en dat geeft problemen in het netwerk.</a:t>
            </a:r>
          </a:p>
          <a:p>
            <a:pPr lvl="1"/>
            <a:r>
              <a:rPr lang="nl-NL" dirty="0"/>
              <a:t>Aanbeveling: download de </a:t>
            </a:r>
            <a:r>
              <a:rPr lang="nl-NL" dirty="0" err="1"/>
              <a:t>off-line</a:t>
            </a:r>
            <a:r>
              <a:rPr lang="nl-NL" dirty="0"/>
              <a:t> versie en oefen daarmee. Zie </a:t>
            </a:r>
            <a:r>
              <a:rPr lang="nl-NL" dirty="0">
                <a:hlinkClick r:id="rId3"/>
              </a:rPr>
              <a:t>https://turtlestitch.org/page/offlineuse/</a:t>
            </a:r>
            <a:endParaRPr lang="nl-NL" dirty="0"/>
          </a:p>
          <a:p>
            <a:pPr lvl="1"/>
            <a:r>
              <a:rPr lang="nl-NL" dirty="0"/>
              <a:t>Gebruik Google Chrome of Firefox. Geen </a:t>
            </a:r>
            <a:r>
              <a:rPr lang="nl-NL" dirty="0" err="1"/>
              <a:t>Edge</a:t>
            </a:r>
            <a:r>
              <a:rPr lang="nl-NL" dirty="0"/>
              <a:t>, want dat werkt heel traag.</a:t>
            </a:r>
          </a:p>
          <a:p>
            <a:pPr lvl="1"/>
            <a:r>
              <a:rPr lang="nl-NL" dirty="0"/>
              <a:t>Als het niet je default browser is, start hem dan los op en drag/drop de file index.html erin.</a:t>
            </a:r>
          </a:p>
        </p:txBody>
      </p:sp>
    </p:spTree>
    <p:extLst>
      <p:ext uri="{BB962C8B-B14F-4D97-AF65-F5344CB8AC3E}">
        <p14:creationId xmlns:p14="http://schemas.microsoft.com/office/powerpoint/2010/main" val="42814629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9874A-0A4A-37FD-E2BA-88F67FD490CC}"/>
              </a:ext>
            </a:extLst>
          </p:cNvPr>
          <p:cNvSpPr>
            <a:spLocks noGrp="1"/>
          </p:cNvSpPr>
          <p:nvPr>
            <p:ph type="title"/>
          </p:nvPr>
        </p:nvSpPr>
        <p:spPr/>
        <p:txBody>
          <a:bodyPr/>
          <a:lstStyle/>
          <a:p>
            <a:r>
              <a:rPr lang="nl-NL" dirty="0"/>
              <a:t>Voorbereiding voor de </a:t>
            </a:r>
            <a:r>
              <a:rPr lang="nl-NL" dirty="0" err="1"/>
              <a:t>TurtleStitchers</a:t>
            </a:r>
            <a:endParaRPr lang="nl-NL" dirty="0"/>
          </a:p>
        </p:txBody>
      </p:sp>
      <p:sp>
        <p:nvSpPr>
          <p:cNvPr id="3" name="Content Placeholder 2">
            <a:extLst>
              <a:ext uri="{FF2B5EF4-FFF2-40B4-BE49-F238E27FC236}">
                <a16:creationId xmlns:a16="http://schemas.microsoft.com/office/drawing/2014/main" id="{C39F3840-2BFA-DE40-2F84-D5F070713663}"/>
              </a:ext>
            </a:extLst>
          </p:cNvPr>
          <p:cNvSpPr>
            <a:spLocks noGrp="1"/>
          </p:cNvSpPr>
          <p:nvPr>
            <p:ph idx="1"/>
          </p:nvPr>
        </p:nvSpPr>
        <p:spPr/>
        <p:txBody>
          <a:bodyPr/>
          <a:lstStyle/>
          <a:p>
            <a:r>
              <a:rPr lang="nl-NL" dirty="0"/>
              <a:t>Download de </a:t>
            </a:r>
            <a:r>
              <a:rPr lang="nl-NL" dirty="0" err="1"/>
              <a:t>off-line</a:t>
            </a:r>
            <a:r>
              <a:rPr lang="nl-NL" dirty="0"/>
              <a:t> versie en oefen daarmee.</a:t>
            </a:r>
          </a:p>
          <a:p>
            <a:r>
              <a:rPr lang="nl-NL" dirty="0"/>
              <a:t>Bekijk projecten op turtlestitch.org</a:t>
            </a:r>
          </a:p>
          <a:p>
            <a:pPr lvl="1"/>
            <a:r>
              <a:rPr lang="nl-NL" dirty="0"/>
              <a:t>Vaak zijn complexe figuren gemaakt met verrassend weinig blokken</a:t>
            </a:r>
          </a:p>
          <a:p>
            <a:pPr lvl="1"/>
            <a:r>
              <a:rPr lang="nl-NL" dirty="0"/>
              <a:t>Je kunt de projecten openen en zien hoe ze gemaakt zijn</a:t>
            </a:r>
          </a:p>
          <a:p>
            <a:r>
              <a:rPr lang="nl-NL" dirty="0"/>
              <a:t>Bekijk de begeleidershandleiding en de leerlingenhandleiding.</a:t>
            </a:r>
          </a:p>
          <a:p>
            <a:pPr lvl="1"/>
            <a:r>
              <a:rPr lang="nl-NL" dirty="0"/>
              <a:t>Beiden zijn uiterlijk donderdag 4 december </a:t>
            </a:r>
            <a:r>
              <a:rPr lang="nl-NL" dirty="0" err="1"/>
              <a:t>on-line</a:t>
            </a:r>
            <a:r>
              <a:rPr lang="nl-NL" dirty="0"/>
              <a:t> te vinden op </a:t>
            </a:r>
            <a:r>
              <a:rPr lang="nl-NL" dirty="0">
                <a:hlinkClick r:id="rId2"/>
              </a:rPr>
              <a:t>https://github.com/hansdejongehv/Weekendschool-Borduren-Embroidery</a:t>
            </a:r>
            <a:r>
              <a:rPr lang="nl-NL" dirty="0"/>
              <a:t>. </a:t>
            </a:r>
          </a:p>
          <a:p>
            <a:pPr lvl="1"/>
            <a:r>
              <a:rPr lang="nl-NL" dirty="0"/>
              <a:t>Je krijgt een email zodra ze klaar staan</a:t>
            </a:r>
          </a:p>
          <a:p>
            <a:r>
              <a:rPr lang="nl-NL" dirty="0"/>
              <a:t>Bel of mail Hans de Jong als je vragen of opmerkingen hebt</a:t>
            </a:r>
          </a:p>
        </p:txBody>
      </p:sp>
    </p:spTree>
    <p:extLst>
      <p:ext uri="{BB962C8B-B14F-4D97-AF65-F5344CB8AC3E}">
        <p14:creationId xmlns:p14="http://schemas.microsoft.com/office/powerpoint/2010/main" val="3083555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CAE53-741D-EFC2-16EB-8CDA8E9B10B8}"/>
              </a:ext>
            </a:extLst>
          </p:cNvPr>
          <p:cNvSpPr>
            <a:spLocks noGrp="1"/>
          </p:cNvSpPr>
          <p:nvPr>
            <p:ph type="title"/>
          </p:nvPr>
        </p:nvSpPr>
        <p:spPr>
          <a:xfrm>
            <a:off x="838200" y="3746"/>
            <a:ext cx="10515600" cy="1325563"/>
          </a:xfrm>
        </p:spPr>
        <p:txBody>
          <a:bodyPr/>
          <a:lstStyle/>
          <a:p>
            <a:r>
              <a:rPr lang="nl-NL" dirty="0"/>
              <a:t>Tips	</a:t>
            </a:r>
          </a:p>
        </p:txBody>
      </p:sp>
      <p:sp>
        <p:nvSpPr>
          <p:cNvPr id="3" name="Content Placeholder 2">
            <a:extLst>
              <a:ext uri="{FF2B5EF4-FFF2-40B4-BE49-F238E27FC236}">
                <a16:creationId xmlns:a16="http://schemas.microsoft.com/office/drawing/2014/main" id="{C4EA3E79-DD4A-1783-E29B-00658BD5A5AF}"/>
              </a:ext>
            </a:extLst>
          </p:cNvPr>
          <p:cNvSpPr>
            <a:spLocks noGrp="1"/>
          </p:cNvSpPr>
          <p:nvPr>
            <p:ph idx="1"/>
          </p:nvPr>
        </p:nvSpPr>
        <p:spPr>
          <a:xfrm>
            <a:off x="838200" y="1007478"/>
            <a:ext cx="10515600" cy="5593848"/>
          </a:xfrm>
        </p:spPr>
        <p:txBody>
          <a:bodyPr>
            <a:normAutofit fontScale="77500" lnSpcReduction="20000"/>
          </a:bodyPr>
          <a:lstStyle/>
          <a:p>
            <a:r>
              <a:rPr lang="nl-NL" dirty="0"/>
              <a:t>Je kunt je werk opslaan in een .</a:t>
            </a:r>
            <a:r>
              <a:rPr lang="nl-NL" dirty="0" err="1"/>
              <a:t>xml</a:t>
            </a:r>
            <a:r>
              <a:rPr lang="nl-NL" dirty="0"/>
              <a:t> bestand.</a:t>
            </a:r>
          </a:p>
          <a:p>
            <a:r>
              <a:rPr lang="nl-NL" dirty="0"/>
              <a:t>Dat bestand kun je later weer openen met drag/drop naar het browser venster.</a:t>
            </a:r>
          </a:p>
          <a:p>
            <a:r>
              <a:rPr lang="nl-NL" dirty="0"/>
              <a:t>De leerlingen moeten ontwerpen binnen 10x10 cm. En liefst met max 5000 steken (om het borduren tot ca. 15 minuten te beperken)</a:t>
            </a:r>
          </a:p>
          <a:p>
            <a:r>
              <a:rPr lang="nl-NL" dirty="0"/>
              <a:t>Laat ze geen kleuren selecteren. De kleur garen wordt bepaald door de gekozen borduurmachine. En we doen géén ontwerpen met meer dan één kleur garen. Dat kost teveel tijd.</a:t>
            </a:r>
          </a:p>
          <a:p>
            <a:r>
              <a:rPr lang="nl-NL" dirty="0"/>
              <a:t>Zorg dat er geen </a:t>
            </a:r>
            <a:r>
              <a:rPr lang="nl-NL" i="1" dirty="0" err="1"/>
              <a:t>density</a:t>
            </a:r>
            <a:r>
              <a:rPr lang="nl-NL" i="1" dirty="0"/>
              <a:t> </a:t>
            </a:r>
            <a:r>
              <a:rPr lang="nl-NL" i="1" dirty="0" err="1"/>
              <a:t>warning</a:t>
            </a:r>
            <a:r>
              <a:rPr lang="nl-NL" i="1" dirty="0"/>
              <a:t> </a:t>
            </a:r>
            <a:r>
              <a:rPr lang="nl-NL" dirty="0"/>
              <a:t>komt</a:t>
            </a:r>
          </a:p>
          <a:p>
            <a:r>
              <a:rPr lang="nl-NL" dirty="0"/>
              <a:t>Op de laptop in de les</a:t>
            </a:r>
          </a:p>
          <a:p>
            <a:pPr lvl="1"/>
            <a:r>
              <a:rPr lang="nl-NL" dirty="0"/>
              <a:t>Inloggen als Gebruiker, geen wachtwoord</a:t>
            </a:r>
          </a:p>
          <a:p>
            <a:pPr lvl="1"/>
            <a:r>
              <a:rPr lang="nl-NL" dirty="0"/>
              <a:t>Dubbelklik de TurtleStitch link op het bureaublad</a:t>
            </a:r>
          </a:p>
          <a:p>
            <a:pPr lvl="1"/>
            <a:r>
              <a:rPr lang="nl-NL" dirty="0"/>
              <a:t>Als ze klaar zijn dan </a:t>
            </a:r>
          </a:p>
          <a:p>
            <a:pPr lvl="2"/>
            <a:r>
              <a:rPr lang="nl-NL" dirty="0"/>
              <a:t>Controleer het bovenstaande</a:t>
            </a:r>
          </a:p>
          <a:p>
            <a:pPr lvl="2"/>
            <a:r>
              <a:rPr lang="nl-NL" dirty="0"/>
              <a:t>Laat ze het werk opslaan onder hun eigen naam</a:t>
            </a:r>
          </a:p>
          <a:p>
            <a:pPr lvl="2"/>
            <a:r>
              <a:rPr lang="nl-NL" dirty="0"/>
              <a:t>Exporteer als </a:t>
            </a:r>
            <a:r>
              <a:rPr lang="nl-NL" dirty="0" err="1"/>
              <a:t>Tajima</a:t>
            </a:r>
            <a:r>
              <a:rPr lang="nl-NL" dirty="0"/>
              <a:t>/DST file  </a:t>
            </a:r>
          </a:p>
          <a:p>
            <a:pPr lvl="2"/>
            <a:r>
              <a:rPr lang="nl-NL" dirty="0"/>
              <a:t>Stop een (rode gelabelde) USB stick erin. Het bestand gaat automatisch naar de USB stick nadat de leerling zijn of haar naam heeft opgegeven. En nadat de .DST file is gecontroleerd </a:t>
            </a:r>
          </a:p>
          <a:p>
            <a:pPr lvl="2"/>
            <a:r>
              <a:rPr lang="nl-NL" dirty="0"/>
              <a:t>Laat ze het briefje invullen en stuur ze naar de gang voor vilt en inlevering bij de </a:t>
            </a:r>
            <a:r>
              <a:rPr lang="nl-NL" dirty="0" err="1"/>
              <a:t>borduurder</a:t>
            </a:r>
            <a:r>
              <a:rPr lang="nl-NL" dirty="0"/>
              <a:t> met de gekozen kleur garen</a:t>
            </a:r>
          </a:p>
          <a:p>
            <a:r>
              <a:rPr lang="nl-NL" dirty="0"/>
              <a:t>Als je denkt dat er redenen zijn om van deze regels af te wijken overleg dan met Hans</a:t>
            </a:r>
          </a:p>
        </p:txBody>
      </p:sp>
      <p:pic>
        <p:nvPicPr>
          <p:cNvPr id="5" name="Picture 4">
            <a:extLst>
              <a:ext uri="{FF2B5EF4-FFF2-40B4-BE49-F238E27FC236}">
                <a16:creationId xmlns:a16="http://schemas.microsoft.com/office/drawing/2014/main" id="{61C4E0A9-3D5D-52A7-DE77-0AD6D195D243}"/>
              </a:ext>
            </a:extLst>
          </p:cNvPr>
          <p:cNvPicPr>
            <a:picLocks noChangeAspect="1"/>
          </p:cNvPicPr>
          <p:nvPr/>
        </p:nvPicPr>
        <p:blipFill>
          <a:blip r:embed="rId2"/>
          <a:srcRect b="37838"/>
          <a:stretch>
            <a:fillRect/>
          </a:stretch>
        </p:blipFill>
        <p:spPr>
          <a:xfrm>
            <a:off x="4181292" y="5073112"/>
            <a:ext cx="1714739" cy="266479"/>
          </a:xfrm>
          <a:prstGeom prst="rect">
            <a:avLst/>
          </a:prstGeom>
        </p:spPr>
      </p:pic>
      <p:pic>
        <p:nvPicPr>
          <p:cNvPr id="7" name="Picture 6">
            <a:extLst>
              <a:ext uri="{FF2B5EF4-FFF2-40B4-BE49-F238E27FC236}">
                <a16:creationId xmlns:a16="http://schemas.microsoft.com/office/drawing/2014/main" id="{85DFF99F-F0BD-4372-656B-270270FA7102}"/>
              </a:ext>
            </a:extLst>
          </p:cNvPr>
          <p:cNvPicPr>
            <a:picLocks noChangeAspect="1"/>
          </p:cNvPicPr>
          <p:nvPr/>
        </p:nvPicPr>
        <p:blipFill>
          <a:blip r:embed="rId3"/>
          <a:stretch>
            <a:fillRect/>
          </a:stretch>
        </p:blipFill>
        <p:spPr>
          <a:xfrm>
            <a:off x="4665573" y="4503187"/>
            <a:ext cx="4563112" cy="304843"/>
          </a:xfrm>
          <a:prstGeom prst="rect">
            <a:avLst/>
          </a:prstGeom>
        </p:spPr>
      </p:pic>
      <p:pic>
        <p:nvPicPr>
          <p:cNvPr id="9" name="Picture 8">
            <a:extLst>
              <a:ext uri="{FF2B5EF4-FFF2-40B4-BE49-F238E27FC236}">
                <a16:creationId xmlns:a16="http://schemas.microsoft.com/office/drawing/2014/main" id="{1856AD95-F545-CF1C-54D8-0CFA73E18B4F}"/>
              </a:ext>
            </a:extLst>
          </p:cNvPr>
          <p:cNvPicPr>
            <a:picLocks noChangeAspect="1"/>
          </p:cNvPicPr>
          <p:nvPr/>
        </p:nvPicPr>
        <p:blipFill>
          <a:blip r:embed="rId4"/>
          <a:stretch>
            <a:fillRect/>
          </a:stretch>
        </p:blipFill>
        <p:spPr>
          <a:xfrm>
            <a:off x="6135874" y="4782309"/>
            <a:ext cx="447737" cy="438211"/>
          </a:xfrm>
          <a:prstGeom prst="rect">
            <a:avLst/>
          </a:prstGeom>
        </p:spPr>
      </p:pic>
      <p:pic>
        <p:nvPicPr>
          <p:cNvPr id="11" name="Picture 10">
            <a:extLst>
              <a:ext uri="{FF2B5EF4-FFF2-40B4-BE49-F238E27FC236}">
                <a16:creationId xmlns:a16="http://schemas.microsoft.com/office/drawing/2014/main" id="{5614F3D1-A25B-DA72-4D04-DF4B6026B568}"/>
              </a:ext>
            </a:extLst>
          </p:cNvPr>
          <p:cNvPicPr>
            <a:picLocks noChangeAspect="1"/>
          </p:cNvPicPr>
          <p:nvPr/>
        </p:nvPicPr>
        <p:blipFill>
          <a:blip r:embed="rId5"/>
          <a:stretch>
            <a:fillRect/>
          </a:stretch>
        </p:blipFill>
        <p:spPr>
          <a:xfrm>
            <a:off x="6806545" y="4808030"/>
            <a:ext cx="2029108" cy="342948"/>
          </a:xfrm>
          <a:prstGeom prst="rect">
            <a:avLst/>
          </a:prstGeom>
        </p:spPr>
      </p:pic>
    </p:spTree>
    <p:extLst>
      <p:ext uri="{BB962C8B-B14F-4D97-AF65-F5344CB8AC3E}">
        <p14:creationId xmlns:p14="http://schemas.microsoft.com/office/powerpoint/2010/main" val="33752634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003D3-2C17-FEB7-F8A6-C69EFEEEF1AC}"/>
              </a:ext>
            </a:extLst>
          </p:cNvPr>
          <p:cNvSpPr>
            <a:spLocks noGrp="1"/>
          </p:cNvSpPr>
          <p:nvPr>
            <p:ph type="title"/>
          </p:nvPr>
        </p:nvSpPr>
        <p:spPr/>
        <p:txBody>
          <a:bodyPr/>
          <a:lstStyle/>
          <a:p>
            <a:r>
              <a:rPr lang="nl-NL" dirty="0"/>
              <a:t>Bediening van de borduurmachines</a:t>
            </a:r>
          </a:p>
        </p:txBody>
      </p:sp>
      <p:sp>
        <p:nvSpPr>
          <p:cNvPr id="3" name="Content Placeholder 2">
            <a:extLst>
              <a:ext uri="{FF2B5EF4-FFF2-40B4-BE49-F238E27FC236}">
                <a16:creationId xmlns:a16="http://schemas.microsoft.com/office/drawing/2014/main" id="{FF3BE289-4613-0E62-A932-BF4B7734527B}"/>
              </a:ext>
            </a:extLst>
          </p:cNvPr>
          <p:cNvSpPr>
            <a:spLocks noGrp="1"/>
          </p:cNvSpPr>
          <p:nvPr>
            <p:ph idx="1"/>
          </p:nvPr>
        </p:nvSpPr>
        <p:spPr/>
        <p:txBody>
          <a:bodyPr>
            <a:normAutofit fontScale="92500"/>
          </a:bodyPr>
          <a:lstStyle/>
          <a:p>
            <a:r>
              <a:rPr lang="nl-NL" dirty="0"/>
              <a:t>We hebben 9 borduurmachines</a:t>
            </a:r>
          </a:p>
          <a:p>
            <a:pPr lvl="1"/>
            <a:r>
              <a:rPr lang="nl-NL" dirty="0"/>
              <a:t>1x </a:t>
            </a:r>
            <a:r>
              <a:rPr lang="nl-NL" dirty="0" err="1"/>
              <a:t>Brother</a:t>
            </a:r>
            <a:r>
              <a:rPr lang="nl-NL" dirty="0"/>
              <a:t> Innovis 880. Komt van Peter en Bart. Eén van hen bedient de machine.</a:t>
            </a:r>
          </a:p>
          <a:p>
            <a:pPr lvl="1"/>
            <a:r>
              <a:rPr lang="nl-NL" dirty="0"/>
              <a:t>1x </a:t>
            </a:r>
            <a:r>
              <a:rPr lang="nl-NL" dirty="0" err="1"/>
              <a:t>Brother</a:t>
            </a:r>
            <a:r>
              <a:rPr lang="nl-NL" dirty="0"/>
              <a:t> Innovis M340ED van Pauline.</a:t>
            </a:r>
          </a:p>
          <a:p>
            <a:pPr lvl="1"/>
            <a:r>
              <a:rPr lang="nl-NL" dirty="0"/>
              <a:t>4x </a:t>
            </a:r>
            <a:r>
              <a:rPr lang="nl-NL" dirty="0" err="1"/>
              <a:t>Brother</a:t>
            </a:r>
            <a:r>
              <a:rPr lang="nl-NL" dirty="0"/>
              <a:t> Innovis 750E van Joek en Hans. Handleiding die gemaakt is voor De Jonge Onderzoekers Eindhoven (djoe) staat op de </a:t>
            </a:r>
            <a:r>
              <a:rPr lang="nl-NL" dirty="0" err="1"/>
              <a:t>Github</a:t>
            </a:r>
            <a:r>
              <a:rPr lang="nl-NL" dirty="0"/>
              <a:t> site</a:t>
            </a:r>
          </a:p>
          <a:p>
            <a:pPr lvl="1"/>
            <a:r>
              <a:rPr lang="nl-NL" dirty="0"/>
              <a:t>2x </a:t>
            </a:r>
            <a:r>
              <a:rPr lang="nl-NL" dirty="0" err="1"/>
              <a:t>Brother</a:t>
            </a:r>
            <a:r>
              <a:rPr lang="nl-NL" dirty="0"/>
              <a:t> Innovis 440 van de school van Joek.</a:t>
            </a:r>
          </a:p>
          <a:p>
            <a:pPr lvl="2"/>
            <a:r>
              <a:rPr lang="nl-NL" dirty="0"/>
              <a:t>Bediening is vergelijkbaar met de 750E, alleen is de machine moderner.</a:t>
            </a:r>
          </a:p>
          <a:p>
            <a:pPr lvl="1"/>
            <a:r>
              <a:rPr lang="nl-NL" dirty="0"/>
              <a:t>1x </a:t>
            </a:r>
            <a:r>
              <a:rPr lang="nl-NL" dirty="0" err="1"/>
              <a:t>Brother</a:t>
            </a:r>
            <a:r>
              <a:rPr lang="nl-NL" dirty="0"/>
              <a:t> Innovis 540E van Hans.</a:t>
            </a:r>
          </a:p>
          <a:p>
            <a:pPr lvl="2"/>
            <a:r>
              <a:rPr lang="nl-NL" dirty="0"/>
              <a:t>Bediening is vergelijkbaar met de 750E.</a:t>
            </a:r>
          </a:p>
          <a:p>
            <a:r>
              <a:rPr lang="nl-NL" dirty="0"/>
              <a:t>Elke machine krijgt een eigen kleur garen.</a:t>
            </a:r>
          </a:p>
          <a:p>
            <a:r>
              <a:rPr lang="nl-NL" dirty="0"/>
              <a:t>Maar …</a:t>
            </a:r>
          </a:p>
        </p:txBody>
      </p:sp>
    </p:spTree>
    <p:extLst>
      <p:ext uri="{BB962C8B-B14F-4D97-AF65-F5344CB8AC3E}">
        <p14:creationId xmlns:p14="http://schemas.microsoft.com/office/powerpoint/2010/main" val="16732116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BE01D-3CC9-5EF0-FF7C-55E9ACFE1D1E}"/>
              </a:ext>
            </a:extLst>
          </p:cNvPr>
          <p:cNvSpPr>
            <a:spLocks noGrp="1"/>
          </p:cNvSpPr>
          <p:nvPr>
            <p:ph type="title"/>
          </p:nvPr>
        </p:nvSpPr>
        <p:spPr/>
        <p:txBody>
          <a:bodyPr>
            <a:normAutofit fontScale="90000"/>
          </a:bodyPr>
          <a:lstStyle/>
          <a:p>
            <a:r>
              <a:rPr lang="nl-NL" dirty="0"/>
              <a:t>Spendeer geen tijd aan instructiehandleidingen te lezen (tenzij je het leuk vindt)</a:t>
            </a:r>
          </a:p>
        </p:txBody>
      </p:sp>
      <p:sp>
        <p:nvSpPr>
          <p:cNvPr id="3" name="Content Placeholder 2">
            <a:extLst>
              <a:ext uri="{FF2B5EF4-FFF2-40B4-BE49-F238E27FC236}">
                <a16:creationId xmlns:a16="http://schemas.microsoft.com/office/drawing/2014/main" id="{602D8293-A470-EFA0-337F-563A46958E7B}"/>
              </a:ext>
            </a:extLst>
          </p:cNvPr>
          <p:cNvSpPr>
            <a:spLocks noGrp="1"/>
          </p:cNvSpPr>
          <p:nvPr>
            <p:ph idx="1"/>
          </p:nvPr>
        </p:nvSpPr>
        <p:spPr/>
        <p:txBody>
          <a:bodyPr>
            <a:normAutofit fontScale="92500" lnSpcReduction="20000"/>
          </a:bodyPr>
          <a:lstStyle/>
          <a:p>
            <a:r>
              <a:rPr lang="nl-NL" dirty="0"/>
              <a:t>De werkzaamheden aan de borduurmachine beperken zich tot:</a:t>
            </a:r>
          </a:p>
          <a:p>
            <a:r>
              <a:rPr lang="nl-NL" dirty="0"/>
              <a:t>Aannemen van vilt, briefje en USB stick van de leerling en die met een clip aan elkaar bevestigen. Briefje verder invullen.</a:t>
            </a:r>
          </a:p>
          <a:p>
            <a:r>
              <a:rPr lang="nl-NL" dirty="0"/>
              <a:t>Vilt in het borduurraam inspannen</a:t>
            </a:r>
          </a:p>
          <a:p>
            <a:r>
              <a:rPr lang="nl-NL" dirty="0"/>
              <a:t>Borduurraam plaatsen</a:t>
            </a:r>
          </a:p>
          <a:p>
            <a:r>
              <a:rPr lang="nl-NL" b="1" dirty="0"/>
              <a:t>Controleren dat het borduurwerk in het borduurraam past</a:t>
            </a:r>
          </a:p>
          <a:p>
            <a:r>
              <a:rPr lang="nl-NL" dirty="0"/>
              <a:t>Borduren starten. </a:t>
            </a:r>
          </a:p>
          <a:p>
            <a:r>
              <a:rPr lang="nl-NL" dirty="0"/>
              <a:t>Controleren dat het starten goed gaat en stoppen als dat niet zo is.</a:t>
            </a:r>
          </a:p>
          <a:p>
            <a:r>
              <a:rPr lang="nl-NL" dirty="0"/>
              <a:t>Als het klaar is het borduurwerk uit het borduurraam halen</a:t>
            </a:r>
          </a:p>
          <a:p>
            <a:r>
              <a:rPr lang="nl-NL" dirty="0"/>
              <a:t>Als er iets fout gaat (naald breekt, garen breekt, garen is op, stof stroopt op enz.) Hans vragen om hulp (of degene van wie de borduurmachine is) </a:t>
            </a:r>
          </a:p>
          <a:p>
            <a:pPr lvl="1"/>
            <a:endParaRPr lang="nl-NL" dirty="0"/>
          </a:p>
        </p:txBody>
      </p:sp>
    </p:spTree>
    <p:extLst>
      <p:ext uri="{BB962C8B-B14F-4D97-AF65-F5344CB8AC3E}">
        <p14:creationId xmlns:p14="http://schemas.microsoft.com/office/powerpoint/2010/main" val="34561396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17D42-B816-A44F-E993-7402C78E0AFE}"/>
              </a:ext>
            </a:extLst>
          </p:cNvPr>
          <p:cNvSpPr>
            <a:spLocks noGrp="1"/>
          </p:cNvSpPr>
          <p:nvPr>
            <p:ph type="title"/>
          </p:nvPr>
        </p:nvSpPr>
        <p:spPr/>
        <p:txBody>
          <a:bodyPr/>
          <a:lstStyle/>
          <a:p>
            <a:r>
              <a:rPr lang="nl-NL" dirty="0"/>
              <a:t>Houd het aanbod van borduurwerk in de gaten en …</a:t>
            </a:r>
          </a:p>
        </p:txBody>
      </p:sp>
      <p:sp>
        <p:nvSpPr>
          <p:cNvPr id="3" name="Content Placeholder 2">
            <a:extLst>
              <a:ext uri="{FF2B5EF4-FFF2-40B4-BE49-F238E27FC236}">
                <a16:creationId xmlns:a16="http://schemas.microsoft.com/office/drawing/2014/main" id="{463961B0-09DA-D629-90F5-62D3B6600977}"/>
              </a:ext>
            </a:extLst>
          </p:cNvPr>
          <p:cNvSpPr>
            <a:spLocks noGrp="1"/>
          </p:cNvSpPr>
          <p:nvPr>
            <p:ph idx="1"/>
          </p:nvPr>
        </p:nvSpPr>
        <p:spPr/>
        <p:txBody>
          <a:bodyPr/>
          <a:lstStyle/>
          <a:p>
            <a:r>
              <a:rPr lang="nl-NL" dirty="0"/>
              <a:t>Omdat alle machines een andere kleur garen hebben zal de vraag naar bepaalde borduurmachines meer zijn dan naar andere</a:t>
            </a:r>
          </a:p>
          <a:p>
            <a:r>
              <a:rPr lang="nl-NL" dirty="0"/>
              <a:t>Als je geen borduurwerk hebt voor jouw kleur, kijk dan hoe het bij andere machines is. </a:t>
            </a:r>
          </a:p>
          <a:p>
            <a:pPr lvl="1"/>
            <a:r>
              <a:rPr lang="nl-NL" dirty="0"/>
              <a:t>Neem eventueel werk over nadat je een andere kleur garen hebt ingespannen (met hulp van Hans of iemand anders)</a:t>
            </a:r>
          </a:p>
          <a:p>
            <a:pPr lvl="1"/>
            <a:r>
              <a:rPr lang="nl-NL" dirty="0"/>
              <a:t>Hang dan een bord aan de tafelklem boven de machine met de kleur die je (ook) doet.</a:t>
            </a:r>
          </a:p>
          <a:p>
            <a:pPr lvl="2"/>
            <a:r>
              <a:rPr lang="nl-NL" dirty="0"/>
              <a:t>Er zijn 2 borden per kleur beschikbaar</a:t>
            </a:r>
          </a:p>
          <a:p>
            <a:pPr lvl="2"/>
            <a:r>
              <a:rPr lang="nl-NL" dirty="0"/>
              <a:t>Er zijn 3 klossen garen per kleur beschikbaar</a:t>
            </a:r>
          </a:p>
        </p:txBody>
      </p:sp>
    </p:spTree>
    <p:extLst>
      <p:ext uri="{BB962C8B-B14F-4D97-AF65-F5344CB8AC3E}">
        <p14:creationId xmlns:p14="http://schemas.microsoft.com/office/powerpoint/2010/main" val="20147952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E6334-19FC-3A74-1697-0A0B8E7D30A2}"/>
              </a:ext>
            </a:extLst>
          </p:cNvPr>
          <p:cNvSpPr>
            <a:spLocks noGrp="1"/>
          </p:cNvSpPr>
          <p:nvPr>
            <p:ph type="title"/>
          </p:nvPr>
        </p:nvSpPr>
        <p:spPr/>
        <p:txBody>
          <a:bodyPr/>
          <a:lstStyle/>
          <a:p>
            <a:r>
              <a:rPr lang="nl-NL" dirty="0"/>
              <a:t>Voorbereiding voor </a:t>
            </a:r>
            <a:r>
              <a:rPr lang="nl-NL" dirty="0" err="1"/>
              <a:t>borduurders</a:t>
            </a:r>
            <a:endParaRPr lang="nl-NL" dirty="0"/>
          </a:p>
        </p:txBody>
      </p:sp>
      <p:sp>
        <p:nvSpPr>
          <p:cNvPr id="3" name="Content Placeholder 2">
            <a:extLst>
              <a:ext uri="{FF2B5EF4-FFF2-40B4-BE49-F238E27FC236}">
                <a16:creationId xmlns:a16="http://schemas.microsoft.com/office/drawing/2014/main" id="{A5409532-2816-25BF-43FC-5342CC1899BE}"/>
              </a:ext>
            </a:extLst>
          </p:cNvPr>
          <p:cNvSpPr>
            <a:spLocks noGrp="1"/>
          </p:cNvSpPr>
          <p:nvPr>
            <p:ph idx="1"/>
          </p:nvPr>
        </p:nvSpPr>
        <p:spPr/>
        <p:txBody>
          <a:bodyPr/>
          <a:lstStyle/>
          <a:p>
            <a:r>
              <a:rPr lang="nl-NL" dirty="0"/>
              <a:t>Lees de begeleidersinstructie (na donderdag compleet)</a:t>
            </a:r>
          </a:p>
          <a:p>
            <a:r>
              <a:rPr lang="nl-NL" dirty="0"/>
              <a:t>Op de dag zelf geven we instructie bij de machine.</a:t>
            </a:r>
          </a:p>
          <a:p>
            <a:r>
              <a:rPr lang="nl-NL" dirty="0"/>
              <a:t>Kijk ook even naar TurtleStitch voor het geval je daar vragen over krijgt</a:t>
            </a:r>
          </a:p>
          <a:p>
            <a:pPr lvl="1"/>
            <a:r>
              <a:rPr lang="nl-NL" dirty="0"/>
              <a:t>Of voor het geval dat je bij gebrek aan borduurwerkjes daar meehelpt</a:t>
            </a:r>
          </a:p>
        </p:txBody>
      </p:sp>
    </p:spTree>
    <p:extLst>
      <p:ext uri="{BB962C8B-B14F-4D97-AF65-F5344CB8AC3E}">
        <p14:creationId xmlns:p14="http://schemas.microsoft.com/office/powerpoint/2010/main" val="21796275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83852-D941-8FCD-F32C-E1CEB65D4086}"/>
              </a:ext>
            </a:extLst>
          </p:cNvPr>
          <p:cNvSpPr>
            <a:spLocks noGrp="1"/>
          </p:cNvSpPr>
          <p:nvPr>
            <p:ph type="title"/>
          </p:nvPr>
        </p:nvSpPr>
        <p:spPr/>
        <p:txBody>
          <a:bodyPr/>
          <a:lstStyle/>
          <a:p>
            <a:r>
              <a:rPr lang="nl-NL" dirty="0"/>
              <a:t>Voorbereiding voor degenen die borduurmachines meenemen</a:t>
            </a:r>
          </a:p>
        </p:txBody>
      </p:sp>
      <p:sp>
        <p:nvSpPr>
          <p:cNvPr id="3" name="Content Placeholder 2">
            <a:extLst>
              <a:ext uri="{FF2B5EF4-FFF2-40B4-BE49-F238E27FC236}">
                <a16:creationId xmlns:a16="http://schemas.microsoft.com/office/drawing/2014/main" id="{D4326613-CB09-8533-604A-96FD4786BA91}"/>
              </a:ext>
            </a:extLst>
          </p:cNvPr>
          <p:cNvSpPr>
            <a:spLocks noGrp="1"/>
          </p:cNvSpPr>
          <p:nvPr>
            <p:ph idx="1"/>
          </p:nvPr>
        </p:nvSpPr>
        <p:spPr/>
        <p:txBody>
          <a:bodyPr/>
          <a:lstStyle/>
          <a:p>
            <a:r>
              <a:rPr lang="nl-NL" dirty="0"/>
              <a:t>Zorg dat al je materiaal gemarkeerd is of absoluut apart blijft.</a:t>
            </a:r>
          </a:p>
          <a:p>
            <a:r>
              <a:rPr lang="nl-NL" dirty="0"/>
              <a:t>Vooral frame en binnenwerk van borduurramen goed markeren!</a:t>
            </a:r>
          </a:p>
        </p:txBody>
      </p:sp>
    </p:spTree>
    <p:extLst>
      <p:ext uri="{BB962C8B-B14F-4D97-AF65-F5344CB8AC3E}">
        <p14:creationId xmlns:p14="http://schemas.microsoft.com/office/powerpoint/2010/main" val="18990665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1BC6D-7351-D45A-8632-2A29863559F7}"/>
              </a:ext>
            </a:extLst>
          </p:cNvPr>
          <p:cNvSpPr>
            <a:spLocks noGrp="1"/>
          </p:cNvSpPr>
          <p:nvPr>
            <p:ph type="title"/>
          </p:nvPr>
        </p:nvSpPr>
        <p:spPr/>
        <p:txBody>
          <a:bodyPr/>
          <a:lstStyle/>
          <a:p>
            <a:r>
              <a:rPr lang="nl-NL" dirty="0"/>
              <a:t>Materiaal en gereedschap. Er wordt gezorgd voor:</a:t>
            </a:r>
          </a:p>
        </p:txBody>
      </p:sp>
      <p:sp>
        <p:nvSpPr>
          <p:cNvPr id="3" name="Content Placeholder 2">
            <a:extLst>
              <a:ext uri="{FF2B5EF4-FFF2-40B4-BE49-F238E27FC236}">
                <a16:creationId xmlns:a16="http://schemas.microsoft.com/office/drawing/2014/main" id="{A873C570-373D-B56F-C665-70A3EBBCC33B}"/>
              </a:ext>
            </a:extLst>
          </p:cNvPr>
          <p:cNvSpPr>
            <a:spLocks noGrp="1"/>
          </p:cNvSpPr>
          <p:nvPr>
            <p:ph sz="half" idx="1"/>
          </p:nvPr>
        </p:nvSpPr>
        <p:spPr/>
        <p:txBody>
          <a:bodyPr>
            <a:normAutofit fontScale="40000" lnSpcReduction="20000"/>
          </a:bodyPr>
          <a:lstStyle/>
          <a:p>
            <a:r>
              <a:rPr lang="nl-NL" dirty="0"/>
              <a:t>9 borduurmachines</a:t>
            </a:r>
          </a:p>
          <a:p>
            <a:pPr lvl="1"/>
            <a:r>
              <a:rPr lang="nl-NL" dirty="0"/>
              <a:t>Gereedschap</a:t>
            </a:r>
          </a:p>
          <a:p>
            <a:pPr lvl="1"/>
            <a:r>
              <a:rPr lang="nl-NL" dirty="0"/>
              <a:t>Borduurramen</a:t>
            </a:r>
          </a:p>
          <a:p>
            <a:r>
              <a:rPr lang="nl-NL" dirty="0"/>
              <a:t>19 kleuren viltlapjes in voldoende aantallen</a:t>
            </a:r>
          </a:p>
          <a:p>
            <a:r>
              <a:rPr lang="nl-NL" dirty="0"/>
              <a:t>9 kleuren garen, 3 klosjes per kleur</a:t>
            </a:r>
          </a:p>
          <a:p>
            <a:r>
              <a:rPr lang="nl-NL" dirty="0"/>
              <a:t>Een groot aantal spoelen met </a:t>
            </a:r>
            <a:r>
              <a:rPr lang="nl-NL" dirty="0" err="1"/>
              <a:t>onderdraad</a:t>
            </a:r>
            <a:r>
              <a:rPr lang="nl-NL" dirty="0"/>
              <a:t> (</a:t>
            </a:r>
            <a:r>
              <a:rPr lang="nl-NL" dirty="0" err="1"/>
              <a:t>Brother</a:t>
            </a:r>
            <a:r>
              <a:rPr lang="nl-NL" dirty="0"/>
              <a:t> no. 90, groen klosje)</a:t>
            </a:r>
          </a:p>
          <a:p>
            <a:r>
              <a:rPr lang="nl-NL" dirty="0"/>
              <a:t>Borduurnaalden (Schmitz </a:t>
            </a:r>
            <a:r>
              <a:rPr lang="nl-NL" dirty="0" err="1"/>
              <a:t>Embroidery</a:t>
            </a:r>
            <a:r>
              <a:rPr lang="nl-NL" dirty="0"/>
              <a:t> naald 75, no. 90 is ook beschikbaar)</a:t>
            </a:r>
          </a:p>
          <a:p>
            <a:r>
              <a:rPr lang="nl-NL" dirty="0"/>
              <a:t>Borduurscharen</a:t>
            </a:r>
          </a:p>
          <a:p>
            <a:r>
              <a:rPr lang="nl-NL" dirty="0"/>
              <a:t>Stofscharen</a:t>
            </a:r>
          </a:p>
          <a:p>
            <a:r>
              <a:rPr lang="nl-NL" dirty="0"/>
              <a:t>Tornmesjes</a:t>
            </a:r>
          </a:p>
          <a:p>
            <a:r>
              <a:rPr lang="nl-NL" dirty="0"/>
              <a:t>Opgeladen laptops met muizen </a:t>
            </a:r>
          </a:p>
          <a:p>
            <a:pPr lvl="1"/>
            <a:r>
              <a:rPr lang="nl-NL" dirty="0"/>
              <a:t>Voldoende voor 1 per 2 leerlingen en een stel extra</a:t>
            </a:r>
          </a:p>
          <a:p>
            <a:pPr lvl="1"/>
            <a:r>
              <a:rPr lang="nl-NL" dirty="0"/>
              <a:t>Oortjes (maar niet voor iedere laptop)</a:t>
            </a:r>
          </a:p>
          <a:p>
            <a:pPr lvl="1"/>
            <a:r>
              <a:rPr lang="nl-NL" dirty="0"/>
              <a:t>Netvoedingen</a:t>
            </a:r>
          </a:p>
          <a:p>
            <a:r>
              <a:rPr lang="nl-NL" dirty="0"/>
              <a:t>Kabelhaspels en sloffen</a:t>
            </a:r>
          </a:p>
          <a:p>
            <a:r>
              <a:rPr lang="nl-NL" dirty="0"/>
              <a:t>Borden voor boven de naaimachines (aan tafelklemmen)</a:t>
            </a:r>
          </a:p>
          <a:p>
            <a:r>
              <a:rPr lang="nl-NL" dirty="0"/>
              <a:t>Opstelling met voorbeelden van alle kleuren garen op alle vilt, zodat ze kunnen zien wat ze kunnen kiezen</a:t>
            </a:r>
          </a:p>
          <a:p>
            <a:r>
              <a:rPr lang="nl-NL" dirty="0"/>
              <a:t>Opstelling met voorbeelden van wat met TurtleStitch gemaakt kan worden en grotendeels binnen hun bereik ligt</a:t>
            </a:r>
          </a:p>
          <a:p>
            <a:pPr lvl="1"/>
            <a:endParaRPr lang="nl-NL" dirty="0"/>
          </a:p>
        </p:txBody>
      </p:sp>
      <p:sp>
        <p:nvSpPr>
          <p:cNvPr id="4" name="Content Placeholder 3">
            <a:extLst>
              <a:ext uri="{FF2B5EF4-FFF2-40B4-BE49-F238E27FC236}">
                <a16:creationId xmlns:a16="http://schemas.microsoft.com/office/drawing/2014/main" id="{812DA79D-0915-E161-0B2F-DB97E646CDDB}"/>
              </a:ext>
            </a:extLst>
          </p:cNvPr>
          <p:cNvSpPr>
            <a:spLocks noGrp="1"/>
          </p:cNvSpPr>
          <p:nvPr>
            <p:ph sz="half" idx="2"/>
          </p:nvPr>
        </p:nvSpPr>
        <p:spPr/>
        <p:txBody>
          <a:bodyPr>
            <a:normAutofit fontScale="40000" lnSpcReduction="20000"/>
          </a:bodyPr>
          <a:lstStyle/>
          <a:p>
            <a:r>
              <a:rPr lang="nl-NL" dirty="0"/>
              <a:t>Tafels en stoelen, hopelijk een paar rijdende bureaustoelen</a:t>
            </a:r>
          </a:p>
          <a:p>
            <a:r>
              <a:rPr lang="nl-NL" dirty="0"/>
              <a:t>USB sticks</a:t>
            </a:r>
          </a:p>
          <a:p>
            <a:r>
              <a:rPr lang="nl-NL" dirty="0"/>
              <a:t>Klemmen om USB stick, stof en briefje aan elkaar te klemmen</a:t>
            </a:r>
          </a:p>
          <a:p>
            <a:r>
              <a:rPr lang="nl-NL" dirty="0"/>
              <a:t>Invulbriefjes voor de leerlingen</a:t>
            </a:r>
          </a:p>
          <a:p>
            <a:r>
              <a:rPr lang="nl-NL" dirty="0"/>
              <a:t>Afgedrukte leerlingenhandleiding</a:t>
            </a:r>
          </a:p>
          <a:p>
            <a:r>
              <a:rPr lang="nl-NL" dirty="0"/>
              <a:t>Afgedrukte begeleidershandleiding</a:t>
            </a:r>
          </a:p>
          <a:p>
            <a:r>
              <a:rPr lang="nl-NL" dirty="0"/>
              <a:t>Gehoorbeschermers</a:t>
            </a:r>
          </a:p>
          <a:p>
            <a:r>
              <a:rPr lang="nl-NL" dirty="0"/>
              <a:t>Oprolbanner over TurtleStitch</a:t>
            </a:r>
          </a:p>
          <a:p>
            <a:r>
              <a:rPr lang="nl-NL" dirty="0"/>
              <a:t>Bakken om gebruikte USB sticks in te doen</a:t>
            </a:r>
          </a:p>
          <a:p>
            <a:r>
              <a:rPr lang="nl-NL" dirty="0"/>
              <a:t>Bakken om aangeleverde en gereed zijnde borduurwerkjes in te leggen.</a:t>
            </a:r>
          </a:p>
          <a:p>
            <a:r>
              <a:rPr lang="nl-NL" dirty="0"/>
              <a:t>2 gewone naaimachines</a:t>
            </a:r>
          </a:p>
          <a:p>
            <a:r>
              <a:rPr lang="nl-NL" dirty="0"/>
              <a:t>Pennen en papier</a:t>
            </a:r>
          </a:p>
        </p:txBody>
      </p:sp>
      <p:sp>
        <p:nvSpPr>
          <p:cNvPr id="5" name="TextBox 4">
            <a:extLst>
              <a:ext uri="{FF2B5EF4-FFF2-40B4-BE49-F238E27FC236}">
                <a16:creationId xmlns:a16="http://schemas.microsoft.com/office/drawing/2014/main" id="{1143D090-8597-CE8D-66AF-DD38A7A4DAEF}"/>
              </a:ext>
            </a:extLst>
          </p:cNvPr>
          <p:cNvSpPr txBox="1"/>
          <p:nvPr/>
        </p:nvSpPr>
        <p:spPr>
          <a:xfrm>
            <a:off x="6172200" y="4884821"/>
            <a:ext cx="4768516" cy="1077218"/>
          </a:xfrm>
          <a:prstGeom prst="rect">
            <a:avLst/>
          </a:prstGeom>
          <a:noFill/>
        </p:spPr>
        <p:txBody>
          <a:bodyPr wrap="square" rtlCol="0">
            <a:spAutoFit/>
          </a:bodyPr>
          <a:lstStyle/>
          <a:p>
            <a:r>
              <a:rPr lang="nl-NL" sz="3200" dirty="0"/>
              <a:t>Als je iets denkt te missen, laat het svp weten!</a:t>
            </a:r>
          </a:p>
        </p:txBody>
      </p:sp>
    </p:spTree>
    <p:extLst>
      <p:ext uri="{BB962C8B-B14F-4D97-AF65-F5344CB8AC3E}">
        <p14:creationId xmlns:p14="http://schemas.microsoft.com/office/powerpoint/2010/main" val="29585546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A949E-258F-AA1C-8105-A15237E9912A}"/>
              </a:ext>
            </a:extLst>
          </p:cNvPr>
          <p:cNvSpPr>
            <a:spLocks noGrp="1"/>
          </p:cNvSpPr>
          <p:nvPr>
            <p:ph type="title"/>
          </p:nvPr>
        </p:nvSpPr>
        <p:spPr/>
        <p:txBody>
          <a:bodyPr/>
          <a:lstStyle/>
          <a:p>
            <a:r>
              <a:rPr lang="nl-NL" dirty="0"/>
              <a:t>Voor iedereen</a:t>
            </a:r>
          </a:p>
        </p:txBody>
      </p:sp>
      <p:sp>
        <p:nvSpPr>
          <p:cNvPr id="3" name="Content Placeholder 2">
            <a:extLst>
              <a:ext uri="{FF2B5EF4-FFF2-40B4-BE49-F238E27FC236}">
                <a16:creationId xmlns:a16="http://schemas.microsoft.com/office/drawing/2014/main" id="{50A8B386-087E-DEDD-7545-A06FEE667827}"/>
              </a:ext>
            </a:extLst>
          </p:cNvPr>
          <p:cNvSpPr>
            <a:spLocks noGrp="1"/>
          </p:cNvSpPr>
          <p:nvPr>
            <p:ph idx="1"/>
          </p:nvPr>
        </p:nvSpPr>
        <p:spPr/>
        <p:txBody>
          <a:bodyPr/>
          <a:lstStyle/>
          <a:p>
            <a:r>
              <a:rPr lang="nl-NL" dirty="0"/>
              <a:t>Als je iets gemaakt hebt met TurtleStitch als oefening dan ben je uiteraard welkom om het uit te borduren op 7 december. </a:t>
            </a:r>
          </a:p>
          <a:p>
            <a:pPr lvl="1"/>
            <a:r>
              <a:rPr lang="nl-NL" dirty="0"/>
              <a:t>Neem het mee als .DST file op een USB stick.</a:t>
            </a:r>
          </a:p>
          <a:p>
            <a:pPr lvl="1"/>
            <a:r>
              <a:rPr lang="nl-NL" dirty="0"/>
              <a:t>Voor het geval je het nog moet aanpassen: neem ook het ontwerp mee als .XLM file</a:t>
            </a:r>
          </a:p>
          <a:p>
            <a:pPr lvl="1"/>
            <a:r>
              <a:rPr lang="nl-NL" dirty="0"/>
              <a:t>En borduur het liefst voor 11:30 uur</a:t>
            </a:r>
          </a:p>
        </p:txBody>
      </p:sp>
    </p:spTree>
    <p:extLst>
      <p:ext uri="{BB962C8B-B14F-4D97-AF65-F5344CB8AC3E}">
        <p14:creationId xmlns:p14="http://schemas.microsoft.com/office/powerpoint/2010/main" val="41458049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F027D-9555-1D2F-6BD3-CEE642D5E40B}"/>
              </a:ext>
            </a:extLst>
          </p:cNvPr>
          <p:cNvSpPr>
            <a:spLocks noGrp="1"/>
          </p:cNvSpPr>
          <p:nvPr>
            <p:ph type="title"/>
          </p:nvPr>
        </p:nvSpPr>
        <p:spPr/>
        <p:txBody>
          <a:bodyPr/>
          <a:lstStyle/>
          <a:p>
            <a:r>
              <a:rPr lang="nl-NL" dirty="0"/>
              <a:t>Programma voor 7 december 2025</a:t>
            </a:r>
          </a:p>
        </p:txBody>
      </p:sp>
      <p:sp>
        <p:nvSpPr>
          <p:cNvPr id="3" name="Content Placeholder 2">
            <a:extLst>
              <a:ext uri="{FF2B5EF4-FFF2-40B4-BE49-F238E27FC236}">
                <a16:creationId xmlns:a16="http://schemas.microsoft.com/office/drawing/2014/main" id="{EB5E5CA9-8D09-09A3-C44F-4D83E21C2EEF}"/>
              </a:ext>
            </a:extLst>
          </p:cNvPr>
          <p:cNvSpPr>
            <a:spLocks noGrp="1"/>
          </p:cNvSpPr>
          <p:nvPr>
            <p:ph idx="1"/>
          </p:nvPr>
        </p:nvSpPr>
        <p:spPr>
          <a:xfrm>
            <a:off x="838200" y="1448635"/>
            <a:ext cx="10515600" cy="5184776"/>
          </a:xfrm>
        </p:spPr>
        <p:txBody>
          <a:bodyPr>
            <a:normAutofit/>
          </a:bodyPr>
          <a:lstStyle/>
          <a:p>
            <a:r>
              <a:rPr lang="nl-NL" dirty="0"/>
              <a:t>Programma is per email uitgestuurd</a:t>
            </a:r>
          </a:p>
          <a:p>
            <a:pPr lvl="1"/>
            <a:r>
              <a:rPr lang="nl-NL" dirty="0"/>
              <a:t>Aankomst tussen 9.00 en 11:30 uur</a:t>
            </a:r>
          </a:p>
          <a:p>
            <a:pPr lvl="2"/>
            <a:r>
              <a:rPr lang="nl-NL" dirty="0"/>
              <a:t>Afhankelijk van waar je aan mee wilt doen</a:t>
            </a:r>
          </a:p>
          <a:p>
            <a:pPr lvl="2"/>
            <a:r>
              <a:rPr lang="nl-NL" dirty="0"/>
              <a:t>Zie details in de email</a:t>
            </a:r>
          </a:p>
          <a:p>
            <a:pPr lvl="1"/>
            <a:r>
              <a:rPr lang="nl-NL" dirty="0"/>
              <a:t>11:45 voorbespreking</a:t>
            </a:r>
          </a:p>
          <a:p>
            <a:pPr lvl="1"/>
            <a:r>
              <a:rPr lang="nl-NL" dirty="0"/>
              <a:t>12:00 in de klas voorstellen (indien nog nodig) en kinderen helpen</a:t>
            </a:r>
          </a:p>
          <a:p>
            <a:pPr lvl="1"/>
            <a:r>
              <a:rPr lang="nl-NL" dirty="0"/>
              <a:t>12:45 pauze</a:t>
            </a:r>
          </a:p>
          <a:p>
            <a:pPr lvl="1"/>
            <a:r>
              <a:rPr lang="nl-NL" dirty="0"/>
              <a:t>13:15 vervolg</a:t>
            </a:r>
          </a:p>
          <a:p>
            <a:pPr lvl="1"/>
            <a:r>
              <a:rPr lang="nl-NL" dirty="0"/>
              <a:t>14:15 afsluiting in auditorium, borduurmachines borduren verder</a:t>
            </a:r>
          </a:p>
          <a:p>
            <a:pPr lvl="1"/>
            <a:r>
              <a:rPr lang="nl-NL" dirty="0"/>
              <a:t>14:30 inpakken, opruimen, nabespreken (zie email)</a:t>
            </a:r>
          </a:p>
          <a:p>
            <a:pPr lvl="1"/>
            <a:r>
              <a:rPr lang="nl-NL" dirty="0"/>
              <a:t>16:00 uiterlijk vertrek (mag eerder indien gewenst)</a:t>
            </a:r>
          </a:p>
          <a:p>
            <a:r>
              <a:rPr lang="nl-NL" dirty="0"/>
              <a:t>Heeft iemand vragen?</a:t>
            </a:r>
          </a:p>
          <a:p>
            <a:endParaRPr lang="nl-NL" dirty="0"/>
          </a:p>
          <a:p>
            <a:endParaRPr lang="nl-NL" dirty="0"/>
          </a:p>
        </p:txBody>
      </p:sp>
    </p:spTree>
    <p:extLst>
      <p:ext uri="{BB962C8B-B14F-4D97-AF65-F5344CB8AC3E}">
        <p14:creationId xmlns:p14="http://schemas.microsoft.com/office/powerpoint/2010/main" val="26345050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F027D-9555-1D2F-6BD3-CEE642D5E40B}"/>
              </a:ext>
            </a:extLst>
          </p:cNvPr>
          <p:cNvSpPr>
            <a:spLocks noGrp="1"/>
          </p:cNvSpPr>
          <p:nvPr>
            <p:ph type="title"/>
          </p:nvPr>
        </p:nvSpPr>
        <p:spPr/>
        <p:txBody>
          <a:bodyPr/>
          <a:lstStyle/>
          <a:p>
            <a:r>
              <a:rPr lang="nl-NL" dirty="0"/>
              <a:t>Programma voor 7 december 2025</a:t>
            </a:r>
          </a:p>
        </p:txBody>
      </p:sp>
      <p:sp>
        <p:nvSpPr>
          <p:cNvPr id="3" name="Content Placeholder 2">
            <a:extLst>
              <a:ext uri="{FF2B5EF4-FFF2-40B4-BE49-F238E27FC236}">
                <a16:creationId xmlns:a16="http://schemas.microsoft.com/office/drawing/2014/main" id="{EB5E5CA9-8D09-09A3-C44F-4D83E21C2EEF}"/>
              </a:ext>
            </a:extLst>
          </p:cNvPr>
          <p:cNvSpPr>
            <a:spLocks noGrp="1"/>
          </p:cNvSpPr>
          <p:nvPr>
            <p:ph idx="1"/>
          </p:nvPr>
        </p:nvSpPr>
        <p:spPr>
          <a:xfrm>
            <a:off x="838200" y="1448635"/>
            <a:ext cx="10515600" cy="5184776"/>
          </a:xfrm>
        </p:spPr>
        <p:txBody>
          <a:bodyPr>
            <a:normAutofit fontScale="77500" lnSpcReduction="20000"/>
          </a:bodyPr>
          <a:lstStyle/>
          <a:p>
            <a:r>
              <a:rPr lang="nl-NL" dirty="0"/>
              <a:t>We zitten op de gang met de borduurmachines en in 3 aan die gang grenzende klaslokalen met TurtleStitch. Zie de plattegrond van de gang op </a:t>
            </a:r>
            <a:r>
              <a:rPr lang="nl-NL" dirty="0" err="1"/>
              <a:t>Github</a:t>
            </a:r>
            <a:r>
              <a:rPr lang="nl-NL" dirty="0"/>
              <a:t>.</a:t>
            </a:r>
          </a:p>
          <a:p>
            <a:r>
              <a:rPr lang="nl-NL" dirty="0"/>
              <a:t>Verdeling van </a:t>
            </a:r>
            <a:r>
              <a:rPr lang="nl-NL" dirty="0" err="1"/>
              <a:t>TurtleStitchers</a:t>
            </a:r>
            <a:r>
              <a:rPr lang="nl-NL" dirty="0"/>
              <a:t> en </a:t>
            </a:r>
            <a:r>
              <a:rPr lang="nl-NL" dirty="0" err="1"/>
              <a:t>borduurders</a:t>
            </a:r>
            <a:endParaRPr lang="nl-NL" dirty="0"/>
          </a:p>
          <a:p>
            <a:pPr lvl="1"/>
            <a:r>
              <a:rPr lang="nl-NL" dirty="0"/>
              <a:t>Idee: Iedere </a:t>
            </a:r>
            <a:r>
              <a:rPr lang="nl-NL" dirty="0" err="1"/>
              <a:t>borduurder</a:t>
            </a:r>
            <a:r>
              <a:rPr lang="nl-NL" dirty="0"/>
              <a:t> kan 2 machines aan de </a:t>
            </a:r>
            <a:br>
              <a:rPr lang="nl-NL" dirty="0"/>
            </a:br>
            <a:r>
              <a:rPr lang="nl-NL" dirty="0"/>
              <a:t>gang houden (daarom 5 </a:t>
            </a:r>
            <a:r>
              <a:rPr lang="nl-NL" dirty="0" err="1"/>
              <a:t>borduurders</a:t>
            </a:r>
            <a:r>
              <a:rPr lang="nl-NL" dirty="0"/>
              <a:t> nodig)</a:t>
            </a:r>
          </a:p>
          <a:p>
            <a:pPr lvl="1"/>
            <a:r>
              <a:rPr lang="nl-NL" dirty="0"/>
              <a:t>In elk van de 3 klassen minstens één persoon </a:t>
            </a:r>
            <a:br>
              <a:rPr lang="nl-NL" dirty="0"/>
            </a:br>
            <a:r>
              <a:rPr lang="nl-NL" dirty="0"/>
              <a:t>met veel ervaring met TurtleStitch (*)</a:t>
            </a:r>
          </a:p>
          <a:p>
            <a:pPr lvl="1"/>
            <a:r>
              <a:rPr lang="nl-NL" dirty="0"/>
              <a:t>Voorstel:</a:t>
            </a:r>
          </a:p>
          <a:p>
            <a:endParaRPr lang="nl-NL" dirty="0"/>
          </a:p>
          <a:p>
            <a:endParaRPr lang="nl-NL" dirty="0"/>
          </a:p>
          <a:p>
            <a:endParaRPr lang="nl-NL" dirty="0"/>
          </a:p>
          <a:p>
            <a:endParaRPr lang="nl-NL" dirty="0"/>
          </a:p>
          <a:p>
            <a:r>
              <a:rPr lang="nl-NL" dirty="0"/>
              <a:t>Je mag ook switchen gedurende de les, maar zorg dat een borduurmachine niet onnodig stil valt</a:t>
            </a:r>
          </a:p>
          <a:p>
            <a:pPr lvl="1"/>
            <a:r>
              <a:rPr lang="nl-NL" dirty="0"/>
              <a:t>En dat je als wilt gaan borduren je instructie voor de betreffende machine hebt gehad</a:t>
            </a:r>
          </a:p>
          <a:p>
            <a:r>
              <a:rPr lang="nl-NL" dirty="0"/>
              <a:t>Welke </a:t>
            </a:r>
            <a:r>
              <a:rPr lang="nl-NL" dirty="0" err="1"/>
              <a:t>TurtleStitchers</a:t>
            </a:r>
            <a:r>
              <a:rPr lang="nl-NL" dirty="0"/>
              <a:t> willen ook helpen bij het onderdeel Mode?</a:t>
            </a:r>
          </a:p>
          <a:p>
            <a:pPr lvl="1"/>
            <a:r>
              <a:rPr lang="nl-NL" dirty="0"/>
              <a:t>Dan moet je zorgen om 10 uur bij de voorbespreking te zijn</a:t>
            </a:r>
          </a:p>
          <a:p>
            <a:endParaRPr lang="nl-NL" dirty="0"/>
          </a:p>
          <a:p>
            <a:endParaRPr lang="nl-NL" dirty="0"/>
          </a:p>
        </p:txBody>
      </p:sp>
      <p:graphicFrame>
        <p:nvGraphicFramePr>
          <p:cNvPr id="4" name="Table 3">
            <a:extLst>
              <a:ext uri="{FF2B5EF4-FFF2-40B4-BE49-F238E27FC236}">
                <a16:creationId xmlns:a16="http://schemas.microsoft.com/office/drawing/2014/main" id="{EFC5B548-F938-CC37-C8E9-D9607A6830F8}"/>
              </a:ext>
            </a:extLst>
          </p:cNvPr>
          <p:cNvGraphicFramePr>
            <a:graphicFrameLocks noGrp="1"/>
          </p:cNvGraphicFramePr>
          <p:nvPr>
            <p:extLst>
              <p:ext uri="{D42A27DB-BD31-4B8C-83A1-F6EECF244321}">
                <p14:modId xmlns:p14="http://schemas.microsoft.com/office/powerpoint/2010/main" val="1813850689"/>
              </p:ext>
            </p:extLst>
          </p:nvPr>
        </p:nvGraphicFramePr>
        <p:xfrm>
          <a:off x="6673516" y="2318083"/>
          <a:ext cx="4793247" cy="2486529"/>
        </p:xfrm>
        <a:graphic>
          <a:graphicData uri="http://schemas.openxmlformats.org/drawingml/2006/table">
            <a:tbl>
              <a:tblPr>
                <a:tableStyleId>{5C22544A-7EE6-4342-B048-85BDC9FD1C3A}</a:tableStyleId>
              </a:tblPr>
              <a:tblGrid>
                <a:gridCol w="2247456">
                  <a:extLst>
                    <a:ext uri="{9D8B030D-6E8A-4147-A177-3AD203B41FA5}">
                      <a16:colId xmlns:a16="http://schemas.microsoft.com/office/drawing/2014/main" val="2178887229"/>
                    </a:ext>
                  </a:extLst>
                </a:gridCol>
                <a:gridCol w="2545791">
                  <a:extLst>
                    <a:ext uri="{9D8B030D-6E8A-4147-A177-3AD203B41FA5}">
                      <a16:colId xmlns:a16="http://schemas.microsoft.com/office/drawing/2014/main" val="2072115199"/>
                    </a:ext>
                  </a:extLst>
                </a:gridCol>
              </a:tblGrid>
              <a:tr h="497305">
                <a:tc>
                  <a:txBody>
                    <a:bodyPr/>
                    <a:lstStyle/>
                    <a:p>
                      <a:pPr algn="l" fontAlgn="t">
                        <a:buNone/>
                      </a:pPr>
                      <a:r>
                        <a:rPr lang="nl-NL" sz="1100" u="none" strike="noStrike">
                          <a:effectLst/>
                        </a:rPr>
                        <a:t>TurtleStitcher</a:t>
                      </a:r>
                      <a:endParaRPr lang="nl-NL" sz="1100" b="1" i="0" u="none" strike="noStrike">
                        <a:solidFill>
                          <a:srgbClr val="000000"/>
                        </a:solidFill>
                        <a:effectLst/>
                        <a:latin typeface="Calibri" panose="020F0502020204030204" pitchFamily="34" charset="0"/>
                      </a:endParaRPr>
                    </a:p>
                  </a:txBody>
                  <a:tcPr marL="0" marR="0" marT="0" marB="0"/>
                </a:tc>
                <a:tc>
                  <a:txBody>
                    <a:bodyPr/>
                    <a:lstStyle/>
                    <a:p>
                      <a:pPr algn="l" fontAlgn="t">
                        <a:buNone/>
                      </a:pPr>
                      <a:r>
                        <a:rPr lang="nl-NL" sz="1100" u="none" strike="noStrike" dirty="0" err="1">
                          <a:effectLst/>
                        </a:rPr>
                        <a:t>Borduurder</a:t>
                      </a:r>
                      <a:endParaRPr lang="nl-NL" sz="1100" b="1" i="0" u="none" strike="noStrike" dirty="0">
                        <a:solidFill>
                          <a:srgbClr val="000000"/>
                        </a:solidFill>
                        <a:effectLst/>
                        <a:latin typeface="Calibri" panose="020F0502020204030204" pitchFamily="34" charset="0"/>
                      </a:endParaRPr>
                    </a:p>
                  </a:txBody>
                  <a:tcPr marL="0" marR="0" marT="0" marB="0"/>
                </a:tc>
                <a:extLst>
                  <a:ext uri="{0D108BD9-81ED-4DB2-BD59-A6C34878D82A}">
                    <a16:rowId xmlns:a16="http://schemas.microsoft.com/office/drawing/2014/main" val="2345743910"/>
                  </a:ext>
                </a:extLst>
              </a:tr>
              <a:tr h="248653">
                <a:tc>
                  <a:txBody>
                    <a:bodyPr/>
                    <a:lstStyle/>
                    <a:p>
                      <a:pPr algn="l" fontAlgn="b">
                        <a:buNone/>
                      </a:pPr>
                      <a:r>
                        <a:rPr lang="nl-NL" sz="1100" u="none" strike="noStrike">
                          <a:effectLst/>
                        </a:rPr>
                        <a:t>Pauline Maas *</a:t>
                      </a:r>
                      <a:endParaRPr lang="nl-NL" sz="11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r>
                        <a:rPr lang="nl-NL" sz="1100" u="none" strike="noStrike">
                          <a:effectLst/>
                        </a:rPr>
                        <a:t>Thijs Happe</a:t>
                      </a:r>
                      <a:endParaRPr lang="nl-NL" sz="11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139175268"/>
                  </a:ext>
                </a:extLst>
              </a:tr>
              <a:tr h="248653">
                <a:tc>
                  <a:txBody>
                    <a:bodyPr/>
                    <a:lstStyle/>
                    <a:p>
                      <a:pPr algn="l" fontAlgn="b">
                        <a:buNone/>
                      </a:pPr>
                      <a:r>
                        <a:rPr lang="nl-NL" sz="1100" u="none" strike="noStrike">
                          <a:effectLst/>
                        </a:rPr>
                        <a:t>Joek van Montfort *</a:t>
                      </a:r>
                      <a:endParaRPr lang="nl-NL" sz="11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r>
                        <a:rPr lang="nl-NL" sz="1100" u="none" strike="noStrike">
                          <a:effectLst/>
                        </a:rPr>
                        <a:t>Bart Mathijssen</a:t>
                      </a:r>
                      <a:endParaRPr lang="nl-NL" sz="11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4199644692"/>
                  </a:ext>
                </a:extLst>
              </a:tr>
              <a:tr h="248653">
                <a:tc>
                  <a:txBody>
                    <a:bodyPr/>
                    <a:lstStyle/>
                    <a:p>
                      <a:pPr algn="l" fontAlgn="b">
                        <a:buNone/>
                      </a:pPr>
                      <a:r>
                        <a:rPr lang="nl-NL" sz="1100" u="none" strike="noStrike">
                          <a:effectLst/>
                        </a:rPr>
                        <a:t>Dilara Karakozak *</a:t>
                      </a:r>
                      <a:endParaRPr lang="nl-NL" sz="11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r>
                        <a:rPr lang="nl-NL" sz="1100" u="none" strike="noStrike">
                          <a:effectLst/>
                        </a:rPr>
                        <a:t>Peter Matthijsen</a:t>
                      </a:r>
                      <a:endParaRPr lang="nl-NL" sz="11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693168414"/>
                  </a:ext>
                </a:extLst>
              </a:tr>
              <a:tr h="248653">
                <a:tc>
                  <a:txBody>
                    <a:bodyPr/>
                    <a:lstStyle/>
                    <a:p>
                      <a:pPr algn="l" fontAlgn="b">
                        <a:buNone/>
                      </a:pPr>
                      <a:r>
                        <a:rPr lang="nl-NL" sz="1100" u="none" strike="noStrike">
                          <a:effectLst/>
                        </a:rPr>
                        <a:t>Rafal Grasman</a:t>
                      </a:r>
                      <a:endParaRPr lang="nl-NL" sz="11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r>
                        <a:rPr lang="nl-NL" sz="1100" u="none" strike="noStrike">
                          <a:effectLst/>
                        </a:rPr>
                        <a:t>Elise van de Luitgaarden</a:t>
                      </a:r>
                      <a:endParaRPr lang="nl-NL" sz="11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601811441"/>
                  </a:ext>
                </a:extLst>
              </a:tr>
              <a:tr h="248653">
                <a:tc>
                  <a:txBody>
                    <a:bodyPr/>
                    <a:lstStyle/>
                    <a:p>
                      <a:pPr algn="l" fontAlgn="b">
                        <a:buNone/>
                      </a:pPr>
                      <a:r>
                        <a:rPr lang="nl-NL" sz="1100" u="none" strike="noStrike">
                          <a:effectLst/>
                        </a:rPr>
                        <a:t>Frank Vermunt</a:t>
                      </a:r>
                      <a:endParaRPr lang="nl-NL" sz="11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r>
                        <a:rPr lang="nl-NL" sz="1100" u="none" strike="noStrike">
                          <a:effectLst/>
                        </a:rPr>
                        <a:t>Gerard Heesink</a:t>
                      </a:r>
                      <a:endParaRPr lang="nl-NL" sz="11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668216910"/>
                  </a:ext>
                </a:extLst>
              </a:tr>
              <a:tr h="248653">
                <a:tc>
                  <a:txBody>
                    <a:bodyPr/>
                    <a:lstStyle/>
                    <a:p>
                      <a:pPr algn="l" fontAlgn="b">
                        <a:buNone/>
                      </a:pPr>
                      <a:r>
                        <a:rPr lang="nl-NL" sz="1100" u="none" strike="noStrike">
                          <a:effectLst/>
                        </a:rPr>
                        <a:t>Yvonne Knobel</a:t>
                      </a:r>
                      <a:endParaRPr lang="nl-NL" sz="11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nl-NL" sz="11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912739130"/>
                  </a:ext>
                </a:extLst>
              </a:tr>
              <a:tr h="248653">
                <a:tc>
                  <a:txBody>
                    <a:bodyPr/>
                    <a:lstStyle/>
                    <a:p>
                      <a:pPr algn="l" fontAlgn="b">
                        <a:buNone/>
                      </a:pPr>
                      <a:r>
                        <a:rPr lang="nl-NL" sz="1100" u="none" strike="noStrike">
                          <a:effectLst/>
                        </a:rPr>
                        <a:t>Dirk Bekkers</a:t>
                      </a:r>
                      <a:endParaRPr lang="nl-NL" sz="1100" b="0" i="0" u="none" strike="noStrike">
                        <a:solidFill>
                          <a:srgbClr val="000000"/>
                        </a:solidFill>
                        <a:effectLst/>
                        <a:latin typeface="Calibri" panose="020F0502020204030204" pitchFamily="34" charset="0"/>
                      </a:endParaRPr>
                    </a:p>
                  </a:txBody>
                  <a:tcPr marL="0" marR="0" marT="0" marB="0" anchor="b"/>
                </a:tc>
                <a:tc>
                  <a:txBody>
                    <a:bodyPr/>
                    <a:lstStyle/>
                    <a:p>
                      <a:pPr algn="l" fontAlgn="b">
                        <a:buNone/>
                      </a:pPr>
                      <a:endParaRPr lang="nl-NL" sz="11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680389802"/>
                  </a:ext>
                </a:extLst>
              </a:tr>
              <a:tr h="248653">
                <a:tc gridSpan="2">
                  <a:txBody>
                    <a:bodyPr/>
                    <a:lstStyle/>
                    <a:p>
                      <a:pPr algn="ctr" fontAlgn="b">
                        <a:buNone/>
                      </a:pPr>
                      <a:r>
                        <a:rPr lang="nl-NL" sz="1100" u="none" strike="noStrike" dirty="0">
                          <a:effectLst/>
                        </a:rPr>
                        <a:t>Hans de Jong</a:t>
                      </a:r>
                      <a:endParaRPr lang="nl-NL" sz="1100" b="0" i="0" u="none" strike="noStrike" dirty="0">
                        <a:solidFill>
                          <a:srgbClr val="000000"/>
                        </a:solidFill>
                        <a:effectLst/>
                        <a:latin typeface="Calibri" panose="020F0502020204030204" pitchFamily="34" charset="0"/>
                      </a:endParaRPr>
                    </a:p>
                  </a:txBody>
                  <a:tcPr marL="0" marR="0" marT="0" marB="0" anchor="b"/>
                </a:tc>
                <a:tc hMerge="1">
                  <a:txBody>
                    <a:bodyPr/>
                    <a:lstStyle/>
                    <a:p>
                      <a:endParaRPr lang="nl-NL"/>
                    </a:p>
                  </a:txBody>
                  <a:tcPr/>
                </a:tc>
                <a:extLst>
                  <a:ext uri="{0D108BD9-81ED-4DB2-BD59-A6C34878D82A}">
                    <a16:rowId xmlns:a16="http://schemas.microsoft.com/office/drawing/2014/main" val="2492752468"/>
                  </a:ext>
                </a:extLst>
              </a:tr>
            </a:tbl>
          </a:graphicData>
        </a:graphic>
      </p:graphicFrame>
    </p:spTree>
    <p:extLst>
      <p:ext uri="{BB962C8B-B14F-4D97-AF65-F5344CB8AC3E}">
        <p14:creationId xmlns:p14="http://schemas.microsoft.com/office/powerpoint/2010/main" val="166698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4EDC7-1EE6-AE56-0854-4D35FC0CB9A3}"/>
              </a:ext>
            </a:extLst>
          </p:cNvPr>
          <p:cNvSpPr>
            <a:spLocks noGrp="1"/>
          </p:cNvSpPr>
          <p:nvPr>
            <p:ph type="title"/>
          </p:nvPr>
        </p:nvSpPr>
        <p:spPr/>
        <p:txBody>
          <a:bodyPr/>
          <a:lstStyle/>
          <a:p>
            <a:r>
              <a:rPr lang="nl-NL" dirty="0"/>
              <a:t>Tot slot</a:t>
            </a:r>
          </a:p>
        </p:txBody>
      </p:sp>
      <p:sp>
        <p:nvSpPr>
          <p:cNvPr id="3" name="Content Placeholder 2">
            <a:extLst>
              <a:ext uri="{FF2B5EF4-FFF2-40B4-BE49-F238E27FC236}">
                <a16:creationId xmlns:a16="http://schemas.microsoft.com/office/drawing/2014/main" id="{A5B7C858-78C4-60E9-D3A4-06D1A6841A4A}"/>
              </a:ext>
            </a:extLst>
          </p:cNvPr>
          <p:cNvSpPr>
            <a:spLocks noGrp="1"/>
          </p:cNvSpPr>
          <p:nvPr>
            <p:ph idx="1"/>
          </p:nvPr>
        </p:nvSpPr>
        <p:spPr/>
        <p:txBody>
          <a:bodyPr>
            <a:normAutofit lnSpcReduction="10000"/>
          </a:bodyPr>
          <a:lstStyle/>
          <a:p>
            <a:r>
              <a:rPr lang="nl-NL" dirty="0"/>
              <a:t>Het wordt heel erg gewaardeerd dat je begeleider wilt zijn bij dit vak</a:t>
            </a:r>
          </a:p>
          <a:p>
            <a:r>
              <a:rPr lang="nl-NL" dirty="0"/>
              <a:t>Bedenk dat dit de eerste keer is, dus er kan aan van alles niet gedacht zijn.</a:t>
            </a:r>
          </a:p>
          <a:p>
            <a:r>
              <a:rPr lang="nl-NL" dirty="0"/>
              <a:t>We horen na afloop graag alle commentaar en suggesties in de nabespreking.</a:t>
            </a:r>
          </a:p>
          <a:p>
            <a:r>
              <a:rPr lang="nl-NL" dirty="0"/>
              <a:t>Bedenk dat het borduren optioneel is. Mode is het hoofdonderwerp. Het kan zijn dat er 0 kinderen willen borduren of alle 54. Beiden zijn onwaarschijnlijk.</a:t>
            </a:r>
          </a:p>
          <a:p>
            <a:pPr lvl="1"/>
            <a:r>
              <a:rPr lang="nl-NL" dirty="0"/>
              <a:t>Maar het kan zijn dat er minder werk is dat je dacht. </a:t>
            </a:r>
          </a:p>
          <a:p>
            <a:r>
              <a:rPr lang="nl-NL" dirty="0"/>
              <a:t>Ik (Hans) heb er heel veel zin in en kijk er naar uit!</a:t>
            </a:r>
          </a:p>
        </p:txBody>
      </p:sp>
    </p:spTree>
    <p:extLst>
      <p:ext uri="{BB962C8B-B14F-4D97-AF65-F5344CB8AC3E}">
        <p14:creationId xmlns:p14="http://schemas.microsoft.com/office/powerpoint/2010/main" val="22607259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A6EDC-9612-B81B-BF4C-6DB9EA3DBCC0}"/>
              </a:ext>
            </a:extLst>
          </p:cNvPr>
          <p:cNvSpPr>
            <a:spLocks noGrp="1"/>
          </p:cNvSpPr>
          <p:nvPr>
            <p:ph type="title"/>
          </p:nvPr>
        </p:nvSpPr>
        <p:spPr/>
        <p:txBody>
          <a:bodyPr/>
          <a:lstStyle/>
          <a:p>
            <a:r>
              <a:rPr lang="nl-NL" dirty="0"/>
              <a:t>Vragen?</a:t>
            </a:r>
          </a:p>
        </p:txBody>
      </p:sp>
      <p:sp>
        <p:nvSpPr>
          <p:cNvPr id="3" name="Content Placeholder 2">
            <a:extLst>
              <a:ext uri="{FF2B5EF4-FFF2-40B4-BE49-F238E27FC236}">
                <a16:creationId xmlns:a16="http://schemas.microsoft.com/office/drawing/2014/main" id="{40C62FD0-3ABF-A038-4956-F5B4FC11ABB7}"/>
              </a:ext>
            </a:extLst>
          </p:cNvPr>
          <p:cNvSpPr>
            <a:spLocks noGrp="1"/>
          </p:cNvSpPr>
          <p:nvPr>
            <p:ph idx="1"/>
          </p:nvPr>
        </p:nvSpPr>
        <p:spPr/>
        <p:txBody>
          <a:bodyPr/>
          <a:lstStyle/>
          <a:p>
            <a:endParaRPr lang="nl-NL"/>
          </a:p>
        </p:txBody>
      </p:sp>
    </p:spTree>
    <p:extLst>
      <p:ext uri="{BB962C8B-B14F-4D97-AF65-F5344CB8AC3E}">
        <p14:creationId xmlns:p14="http://schemas.microsoft.com/office/powerpoint/2010/main" val="25760570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1093</TotalTime>
  <Words>1491</Words>
  <Application>Microsoft Office PowerPoint</Application>
  <PresentationFormat>Widescreen</PresentationFormat>
  <Paragraphs>165</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Calibri Light</vt:lpstr>
      <vt:lpstr>Office Theme</vt:lpstr>
      <vt:lpstr>Programmeer je borduurwerk met TurtleStitch </vt:lpstr>
      <vt:lpstr>Agenda</vt:lpstr>
      <vt:lpstr>Intro in TurtleStitch</vt:lpstr>
      <vt:lpstr>Voorbereiding voor de TurtleStitchers</vt:lpstr>
      <vt:lpstr>Tips </vt:lpstr>
      <vt:lpstr>Bediening van de borduurmachines</vt:lpstr>
      <vt:lpstr>Spendeer geen tijd aan instructiehandleidingen te lezen (tenzij je het leuk vindt)</vt:lpstr>
      <vt:lpstr>Houd het aanbod van borduurwerk in de gaten en …</vt:lpstr>
      <vt:lpstr>Voorbereiding voor borduurders</vt:lpstr>
      <vt:lpstr>Voorbereiding voor degenen die borduurmachines meenemen</vt:lpstr>
      <vt:lpstr>Materiaal en gereedschap. Er wordt gezorgd voor:</vt:lpstr>
      <vt:lpstr>Voor iedereen</vt:lpstr>
      <vt:lpstr>Programma voor 7 december 2025</vt:lpstr>
      <vt:lpstr>Programma voor 7 december 2025</vt:lpstr>
      <vt:lpstr>Tot slot</vt:lpstr>
      <vt:lpstr>Vragen?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Hans de Jong</dc:creator>
  <cp:lastModifiedBy>Hans de Jong</cp:lastModifiedBy>
  <cp:revision>15</cp:revision>
  <dcterms:created xsi:type="dcterms:W3CDTF">2025-11-26T20:14:10Z</dcterms:created>
  <dcterms:modified xsi:type="dcterms:W3CDTF">2025-11-30T17:57:34Z</dcterms:modified>
</cp:coreProperties>
</file>